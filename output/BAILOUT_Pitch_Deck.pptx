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bf22c857fd4bfd" /><Relationship Type="http://schemas.openxmlformats.org/officeDocument/2006/relationships/extended-properties" Target="/docProps/app.xml" Id="Rf9c179809d1e4485" /><Relationship Type="http://schemas.openxmlformats.org/officeDocument/2006/relationships/officeDocument" Target="/ppt/presentation.xml" Id="R903441c3015942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13ca4fd2fd43a1"/>
  </p:sldMasterIdLst>
  <p:notesMasterIdLst>
    <p:notesMasterId xmlns:r="http://schemas.openxmlformats.org/officeDocument/2006/relationships" r:id="R6a6b3d7194e7418b"/>
  </p:notesMasterIdLst>
  <p:sldIdLst>
    <p:sldId xmlns:r="http://schemas.openxmlformats.org/officeDocument/2006/relationships" id="256" r:id="Rbd867f9bd5da41a3"/>
    <p:sldId xmlns:r="http://schemas.openxmlformats.org/officeDocument/2006/relationships" id="257" r:id="R0d0db4ed96cc4e40"/>
    <p:sldId xmlns:r="http://schemas.openxmlformats.org/officeDocument/2006/relationships" id="258" r:id="R8035f2b476b240d1"/>
    <p:sldId xmlns:r="http://schemas.openxmlformats.org/officeDocument/2006/relationships" id="259" r:id="R9c32809cb6754f37"/>
    <p:sldId xmlns:r="http://schemas.openxmlformats.org/officeDocument/2006/relationships" id="260" r:id="R1d9b0bf738074de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6b1dc095e14ee1" /><Relationship Type="http://schemas.openxmlformats.org/officeDocument/2006/relationships/slideMaster" Target="/ppt/slideMasters/slideMaster1.xml" Id="R0113ca4fd2fd43a1" /><Relationship Type="http://schemas.openxmlformats.org/officeDocument/2006/relationships/notesMaster" Target="/ppt/notesMasters/notesMaster1.xml" Id="R6a6b3d7194e7418b" /><Relationship Type="http://schemas.openxmlformats.org/officeDocument/2006/relationships/presProps" Target="/ppt/presProps.xml" Id="Red9b029cd05d471d" /><Relationship Type="http://schemas.openxmlformats.org/officeDocument/2006/relationships/tableStyles" Target="/ppt/tableStyles.xml" Id="Rb99365b2be7a4596" /><Relationship Type="http://schemas.openxmlformats.org/officeDocument/2006/relationships/slide" Target="/ppt/slides/slide1.xml" Id="Rbd867f9bd5da41a3" /><Relationship Type="http://schemas.openxmlformats.org/officeDocument/2006/relationships/slide" Target="/ppt/slides/slide2.xml" Id="R0d0db4ed96cc4e40" /><Relationship Type="http://schemas.openxmlformats.org/officeDocument/2006/relationships/slide" Target="/ppt/slides/slide3.xml" Id="R8035f2b476b240d1" /><Relationship Type="http://schemas.openxmlformats.org/officeDocument/2006/relationships/slide" Target="/ppt/slides/slide4.xml" Id="R9c32809cb6754f37" /><Relationship Type="http://schemas.openxmlformats.org/officeDocument/2006/relationships/slide" Target="/ppt/slides/slide5.xml" Id="R1d9b0bf738074d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aba5f20d094b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9b73ade64940d6" /><Relationship Type="http://schemas.openxmlformats.org/officeDocument/2006/relationships/notesMaster" Target="/ppt/notesMasters/notesMaster1.xml" Id="R84c050ffe0aa46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71aad245e04ec6" /><Relationship Type="http://schemas.openxmlformats.org/officeDocument/2006/relationships/notesMaster" Target="/ppt/notesMasters/notesMaster1.xml" Id="R54a4720c026d4a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36cc78e1924b2a" /><Relationship Type="http://schemas.openxmlformats.org/officeDocument/2006/relationships/notesMaster" Target="/ppt/notesMasters/notesMaster1.xml" Id="Rc854f39cc51e42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10cb3b2c994330" /><Relationship Type="http://schemas.openxmlformats.org/officeDocument/2006/relationships/notesMaster" Target="/ppt/notesMasters/notesMaster1.xml" Id="R5d0629b65be74a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3fc865aa6c4fa2" /><Relationship Type="http://schemas.openxmlformats.org/officeDocument/2006/relationships/notesMaster" Target="/ppt/notesMasters/notesMaster1.xml" Id="R0adf8e9546e847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45b28e64df44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700c080770437b" /><Relationship Type="http://schemas.openxmlformats.org/officeDocument/2006/relationships/slideLayout" Target="/ppt/slideLayouts/slideLayout1.xml" Id="Rb8050d0e288b4e8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050d0e288b4e8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7b367f0b64dcb" /><Relationship Type="http://schemas.openxmlformats.org/officeDocument/2006/relationships/notesSlide" Target="/ppt/notesSlides/notesSlide1.xml" Id="R2e861999d89a42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7881133b5e48d7" /><Relationship Type="http://schemas.openxmlformats.org/officeDocument/2006/relationships/notesSlide" Target="/ppt/notesSlides/notesSlide2.xml" Id="R73f8e9f31b554d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5cbb8112d45b4" /><Relationship Type="http://schemas.openxmlformats.org/officeDocument/2006/relationships/notesSlide" Target="/ppt/notesSlides/notesSlide3.xml" Id="R75a056cf35be4b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edd961f5b348b0" /><Relationship Type="http://schemas.openxmlformats.org/officeDocument/2006/relationships/image" Target="/ppt/media/image.png" Id="R75986e40d7c04606" /><Relationship Type="http://schemas.openxmlformats.org/officeDocument/2006/relationships/notesSlide" Target="/ppt/notesSlides/notesSlide4.xml" Id="Rbd5d9ef5c6c440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2f2896e3f46a5" /><Relationship Type="http://schemas.openxmlformats.org/officeDocument/2006/relationships/notesSlide" Target="/ppt/notesSlides/notesSlide5.xml" Id="R7603f5e9af1140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D58063-BC2A-4EFF-B37F-CC1A8419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DAAB48-8916-449C-98FD-592E3F2A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31FC3-071E-4735-AD73-116C6899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D35AD-608D-4E50-85DB-8978E12F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E71C7B-9B17-49E1-9800-4EC330B2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9AFFE-C852-4A78-B43C-1BE08808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TEAM EXIT ROW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89C98-FBA3-4EB1-AA8F-65352736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Dum, Duber &amp; Dumber</a:t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Hackathon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383503-BC9D-42F8-B8B6-F4452368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F2F6F3"/>
                </a:solidFill>
              </a:defRPr>
            </a:pPr>
            <a:r>
              <a:rPr sz="5850" b="1">
                <a:solidFill>
                  <a:srgbClr val="F2F6F3"/>
                </a:solidFill>
              </a:rPr>
              <a:t>BAILOUT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71C18-6EE1-4A0A-8CE8-644C46BD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956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5F28A"/>
                </a:solidFill>
              </a:defRPr>
            </a:pPr>
            <a:r>
              <a:rPr sz="1500" b="1">
                <a:solidFill>
                  <a:srgbClr val="35F28A"/>
                </a:solidFill>
              </a:rPr>
              <a:t>[ S.M.E.S. 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EC7A4C-9BF9-4038-A23B-F1F0B5C8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62375"/>
            <a:ext cx="695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FD13D"/>
                </a:solidFill>
              </a:defRPr>
            </a:pPr>
            <a:r>
              <a:rPr sz="2625" b="1">
                <a:solidFill>
                  <a:srgbClr val="FFD13D"/>
                </a:solidFill>
              </a:rPr>
              <a:t>Finally, the Escape key</a:t>
            </a:r>
          </a:p>
          <a:p xmlns:a="http://schemas.openxmlformats.org/drawingml/2006/main">
            <a:pPr algn="l">
              <a:defRPr sz="2625" b="1">
                <a:solidFill>
                  <a:srgbClr val="FFD13D"/>
                </a:solidFill>
              </a:defRPr>
            </a:pPr>
            <a:r>
              <a:rPr sz="2625" b="1">
                <a:solidFill>
                  <a:srgbClr val="FFD13D"/>
                </a:solidFill>
              </a:rPr>
              <a:t>does what it says.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EDC3A7-68B5-4665-9144-AF59021A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2197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AA99F"/>
                </a:solidFill>
              </a:defRPr>
            </a:pPr>
            <a:r>
              <a:rPr sz="1425" b="0">
                <a:solidFill>
                  <a:srgbClr val="9AA99F"/>
                </a:solidFill>
              </a:rPr>
              <a:t>Strategic Meeting Extraction System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A1D3C-15F4-44F6-8C1E-6D4D82DE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429250"/>
            <a:ext cx="200025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F5782E-C183-4285-A079-EA4EFF880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5626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100B"/>
                </a:solidFill>
              </a:defRPr>
            </a:pPr>
            <a:r>
              <a:rPr sz="1725" b="1">
                <a:solidFill>
                  <a:srgbClr val="07100B"/>
                </a:solidFill>
              </a:rPr>
              <a:t>PRESS  ESC</a:t>
            </a:r>
          </a:p>
        </p:txBody>
      </p:sp>
    </p:spTree>
    <p:extLst>
      <p:ext uri="{BB962C8B-B14F-4D97-AF65-F5344CB8AC3E}">
        <p14:creationId xmlns:p14="http://schemas.microsoft.com/office/powerpoint/2010/main" val="9700240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7EF1A9-7A86-4A0B-AE4E-91218CD0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7361D2-93F0-42BA-AF06-08FD5C0A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15904-6C23-4096-9350-E35154CE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15470-0E6C-4245-A4BB-EE589599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4C1B99-60AB-4FE0-9565-1E542F03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27FA0-0D8D-4F2C-A7FC-996489DC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THE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6AD990-0233-4D46-ACE4-2392271D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Leaving honestly creates social friction.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Staying wastes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People need a believable exit, fast.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3618F1-3D09-4C69-8A33-020AFA73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The agenda ended. The meeting did not.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EF10EB-6DBB-41F4-96A3-11E5349C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3636"/>
                </a:solidFill>
              </a:defRPr>
            </a:pPr>
            <a:r>
              <a:rPr sz="1350" b="1">
                <a:solidFill>
                  <a:srgbClr val="D93636"/>
                </a:solidFill>
              </a:rPr>
              <a:t>BAD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032F6-F46F-45EE-B2B5-F3BAE551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533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2F6F3"/>
                </a:solidFill>
              </a:defRPr>
            </a:pPr>
            <a:r>
              <a:rPr sz="2400" b="1">
                <a:solidFill>
                  <a:srgbClr val="F2F6F3"/>
                </a:solidFill>
              </a:rPr>
              <a:t>You know it is over.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94FD7-ACB2-4255-89AF-4B58ADBA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533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2F6F3"/>
                </a:solidFill>
              </a:defRPr>
            </a:pPr>
            <a:r>
              <a:rPr sz="2400" b="1">
                <a:solidFill>
                  <a:srgbClr val="F2F6F3"/>
                </a:solidFill>
              </a:rPr>
              <a:t>Everyone else keeps talking.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7BF3A2-53A8-445F-A36D-E8CD95A1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D13D"/>
                </a:solidFill>
              </a:defRPr>
            </a:pPr>
            <a:r>
              <a:rPr sz="2250" b="1">
                <a:solidFill>
                  <a:srgbClr val="FFD13D"/>
                </a:solidFill>
              </a:rPr>
              <a:t>Leaving feels ruder than losing another hour.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9F826-D3F4-4F57-AD29-D8448DA8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706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979093-632C-46F1-A109-8B68A748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7067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5F28A"/>
                </a:solidFill>
              </a:defRPr>
            </a:pPr>
            <a:r>
              <a:rPr sz="1800" b="0">
                <a:solidFill>
                  <a:srgbClr val="35F28A"/>
                </a:solidFill>
              </a:rPr>
              <a:t>The real problem is not the door. It is the excuse.</a:t>
            </a:r>
          </a:p>
        </p:txBody>
      </p:sp>
    </p:spTree>
    <p:extLst>
      <p:ext uri="{BB962C8B-B14F-4D97-AF65-F5344CB8AC3E}">
        <p14:creationId xmlns:p14="http://schemas.microsoft.com/office/powerpoint/2010/main" val="10459977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7F8DF4-E9C4-4FBA-9016-E63A8AC3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ED1A39-ADAB-4A1F-BE49-D0A2A8A9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69DE67-2570-4804-853D-FF45AEAE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FD941-CA6B-4C0F-8441-79D23418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29D3A2-056D-42D1-A00D-FACDD57D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2312B3-F3E3-4558-B2D3-E2BEA0F1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THE GAP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0C10F-DD44-47EA-8F0E-4C325A23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A ring is easy.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A caller, reason, timing and script that survive follow-up questions are not.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5C7D42-8589-4789-B5A8-F88D83AB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Fake-call apps solve the sound, not the story.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D695E-229C-4694-9C2D-43D34652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3636"/>
                </a:solidFill>
              </a:defRPr>
            </a:pPr>
            <a:r>
              <a:rPr sz="1350" b="1">
                <a:solidFill>
                  <a:srgbClr val="D93636"/>
                </a:solidFill>
              </a:rPr>
              <a:t>GENERIC FAKE CALL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BFF1C0-8F64-402F-9AD5-E2FA8EFB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52625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5F28A"/>
                </a:solidFill>
              </a:defRPr>
            </a:pPr>
            <a:r>
              <a:rPr sz="1350" b="1">
                <a:solidFill>
                  <a:srgbClr val="35F28A"/>
                </a:solidFill>
              </a:rPr>
              <a:t>BAILOUT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93B8C-47EE-46FE-B64E-5D493701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3642DD-7D24-414A-B843-B39FF135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3BE9B5-1926-41AA-B022-243239A7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05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Pick a caller name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232158-F42C-4697-8EF5-A3B9B6B9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05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Select caller + scenario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A6E7D-602A-4C66-945F-4847AA7D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A9A398-2910-413E-B8D6-22452C72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956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AAC0F7-9058-41B5-807F-33BE75EA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29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Make the phone 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C1DF9C-509F-408E-92B5-5C69231A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429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Set a believable delay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FC5AC4-7A9D-4477-9DE0-DFF0699F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7E35ED-8274-43FD-B596-3AD2A80E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195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1E29B0-5F4E-4C51-A69C-67618D58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52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Improvise under pressure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63FF12-2224-468E-A157-BD7B3809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152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Hear hands-free prompts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FCBF0-E320-4CF3-A8B2-CF2863EB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F424CA-8863-4291-B1B2-A565CBF7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434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4BC63C-E284-423F-A23D-AE18037D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76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Hope nobody asks questions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A10737-BFA9-4930-9EAB-FEC87CDA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876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Check confidence before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CD0EF9-C205-4962-B332-2AAA768B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7181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D13D"/>
                </a:solidFill>
              </a:defRPr>
            </a:pPr>
            <a:r>
              <a:rPr sz="1725" b="1">
                <a:solidFill>
                  <a:srgbClr val="FFD13D"/>
                </a:solidFill>
              </a:rPr>
              <a:t>A fake ring is a feature. A complete extraction protocol is a product.</a:t>
            </a:r>
          </a:p>
        </p:txBody>
      </p:sp>
    </p:spTree>
    <p:extLst>
      <p:ext uri="{BB962C8B-B14F-4D97-AF65-F5344CB8AC3E}">
        <p14:creationId xmlns:p14="http://schemas.microsoft.com/office/powerpoint/2010/main" val="9913785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BAFFC4-EBCA-4710-9262-71F1868E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D44BE1-D562-40DB-A5DF-420A6456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870AAF-897C-4BFE-936D-E9FA78FA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697EF-798B-49A7-A9FC-EE0157B4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C601B0-6EAD-43B5-B6CC-B5C80964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6FDBE2-F14D-4297-A6AA-74C92BD5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WORKING MVP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D5ADE0-4E7C-455E-A90D-287593C6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Runs as a static browser app.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No account.</a:t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No install.</a:t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No waiting.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Keyboard, ringtone, vibration and audio coaching all work in-browser.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8E7E7F-D00C-4131-85BB-F120B3AE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Press Esc. BAILOUT handles the rest.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F59649-9816-48E6-91D2-0E86CAD3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809750"/>
            <a:ext cx="4629150" cy="3276600"/>
          </a:xfrm>
          <a:prstGeom xmlns:a="http://schemas.openxmlformats.org/drawingml/2006/main" prst="roundRect">
            <a:avLst>
              <a:gd name="adj" fmla="val 1744"/>
            </a:avLst>
          </a:prstGeom>
          <a:solidFill xmlns:a="http://schemas.openxmlformats.org/drawingml/2006/main">
            <a:srgbClr val="07100B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986e40d7c04606"/>
          <a:srcRect xmlns:a="http://schemas.openxmlformats.org/drawingml/2006/main" l="5138" t="0" r="513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8100" y="1895475"/>
            <a:ext cx="4457700" cy="31051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CDA53B-67C4-4CC2-818D-83A36D6E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F28A"/>
                </a:solidFill>
              </a:defRPr>
            </a:pPr>
            <a:r>
              <a:rPr sz="1650" b="1">
                <a:solidFill>
                  <a:srgbClr val="35F28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FD6E03-5798-4214-9734-AEC781A7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193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2F6F3"/>
                </a:solidFill>
              </a:defRPr>
            </a:pPr>
            <a:r>
              <a:rPr sz="1725" b="1">
                <a:solidFill>
                  <a:srgbClr val="F2F6F3"/>
                </a:solidFill>
              </a:rPr>
              <a:t>Choose the caller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A8AAD-E125-4D67-AF86-4195EA3A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476500"/>
            <a:ext cx="19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84B622-BBF1-4A8C-9B3F-4D871899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F28A"/>
                </a:solidFill>
              </a:defRPr>
            </a:pPr>
            <a:r>
              <a:rPr sz="1650" b="1">
                <a:solidFill>
                  <a:srgbClr val="35F28A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EB5E18-D0B1-46D3-BCD3-4B46FB6E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0289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2F6F3"/>
                </a:solidFill>
              </a:defRPr>
            </a:pPr>
            <a:r>
              <a:rPr sz="1725" b="1">
                <a:solidFill>
                  <a:srgbClr val="F2F6F3"/>
                </a:solidFill>
              </a:rPr>
              <a:t>Choose the scenario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EF8F17-A497-4A0A-A3D8-A885C30B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486150"/>
            <a:ext cx="19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CE7E71-88F0-4E00-88F4-0E976282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F28A"/>
                </a:solidFill>
              </a:defRPr>
            </a:pPr>
            <a:r>
              <a:rPr sz="1650" b="1">
                <a:solidFill>
                  <a:srgbClr val="35F28A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751BC5-EF02-44F8-BC4A-5AA55CA1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0386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2F6F3"/>
                </a:solidFill>
              </a:defRPr>
            </a:pPr>
            <a:r>
              <a:rPr sz="1725" b="1">
                <a:solidFill>
                  <a:srgbClr val="F2F6F3"/>
                </a:solidFill>
              </a:rPr>
              <a:t>Arm or press Esc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386EE5-FA9C-4FF7-8312-771BEFA9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00675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D13D"/>
                </a:solidFill>
              </a:defRPr>
            </a:pPr>
            <a:r>
              <a:rPr sz="1500" b="0">
                <a:solidFill>
                  <a:srgbClr val="FFD13D"/>
                </a:solidFill>
              </a:rPr>
              <a:t>Ringtone + vibration + audio coach + mission log</a:t>
            </a:r>
          </a:p>
        </p:txBody>
      </p:sp>
    </p:spTree>
    <p:extLst>
      <p:ext uri="{BB962C8B-B14F-4D97-AF65-F5344CB8AC3E}">
        <p14:creationId xmlns:p14="http://schemas.microsoft.com/office/powerpoint/2010/main" val="18606322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B94EEC-BC74-4B16-AC30-589A7F04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52CF69-ECD0-4ED9-9BA9-157747DF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751924-DF96-41D3-A374-BB7F4F1E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BF895E-4479-4CAB-9743-66A49952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376462-5000-4FE5-B080-412C8C9B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483EC-C2C4-44BC-8A2C-25C9F8E6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THE IMPACT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39A98D-D700-45C7-9317-0668F41A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Useful enough to download.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Ridiculous enough to share.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Simple enough to demo live.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E5CEA8-9836-4969-9846-69E95993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One key returns your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C75126-A49C-41AD-8167-F510B5C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5F28A"/>
                </a:solidFill>
              </a:defRPr>
            </a:pPr>
            <a:r>
              <a:rPr sz="4050" b="1">
                <a:solidFill>
                  <a:srgbClr val="35F28A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AA8EA-61A7-496B-8B83-F7F38F9B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9F"/>
                </a:solidFill>
              </a:defRPr>
            </a:pPr>
            <a:r>
              <a:rPr sz="1200" b="0">
                <a:solidFill>
                  <a:srgbClr val="9AA99F"/>
                </a:solidFill>
              </a:rPr>
              <a:t>KEYPRESS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A8DB1-204C-4439-A4C5-2FDAC67E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1717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D13D"/>
                </a:solidFill>
              </a:defRPr>
            </a:pPr>
            <a:r>
              <a:rPr sz="4050" b="1">
                <a:solidFill>
                  <a:srgbClr val="FFD13D"/>
                </a:solidFill>
              </a:rPr>
              <a:t>95.2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F668CA-8908-42DF-BC55-AF4EF74A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895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9F"/>
                </a:solidFill>
              </a:defRPr>
            </a:pPr>
            <a:r>
              <a:rPr sz="1200" b="0">
                <a:solidFill>
                  <a:srgbClr val="9AA99F"/>
                </a:solidFill>
              </a:rPr>
              <a:t>B.S.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B212D0-95A8-4062-BD3C-E2EB3B7A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1717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2F6F3"/>
                </a:solidFill>
              </a:defRPr>
            </a:pPr>
            <a:r>
              <a:rPr sz="4050" b="1">
                <a:solidFill>
                  <a:srgbClr val="F2F6F3"/>
                </a:solidFill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607C3A-11E8-4408-A09C-6F9277F5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895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9F"/>
                </a:solidFill>
              </a:defRPr>
            </a:pPr>
            <a:r>
              <a:rPr sz="1200" b="0">
                <a:solidFill>
                  <a:srgbClr val="9AA99F"/>
                </a:solidFill>
              </a:rPr>
              <a:t>AWKWARD EXPLANATIONS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42F73D-A370-47BD-894A-B6F4F828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718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870A8E-1245-41DF-BA24-6E6DDE1A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723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2F6F3"/>
                </a:solidFill>
              </a:defRPr>
            </a:pPr>
            <a:r>
              <a:rPr sz="2025" b="1">
                <a:solidFill>
                  <a:srgbClr val="F2F6F3"/>
                </a:solidFill>
              </a:rPr>
              <a:t>For students, workers, and anyone trapped in a meeting that should have been an email.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F3395B-BA07-401A-A233-859736EB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71818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98448F-0F9E-4271-8DA7-04CE122C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95925"/>
            <a:ext cx="676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0B"/>
                </a:solidFill>
              </a:defRPr>
            </a:pPr>
            <a:r>
              <a:rPr sz="1650" b="1">
                <a:solidFill>
                  <a:srgbClr val="07100B"/>
                </a:solidFill>
              </a:rPr>
              <a:t>BAILOUT  /  FINALLY, THE ESCAPE KEY WORKS</a:t>
            </a:r>
          </a:p>
        </p:txBody>
      </p:sp>
    </p:spTree>
    <p:extLst>
      <p:ext uri="{BB962C8B-B14F-4D97-AF65-F5344CB8AC3E}">
        <p14:creationId xmlns:p14="http://schemas.microsoft.com/office/powerpoint/2010/main" val="11320522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2026-07-12T08:28:57.5550000Z</dcterms:created>
  <dcterms:modified xsi:type="dcterms:W3CDTF">2026-07-12T08:28:57.5550000Z</dcterms:modified>
</coreProperties>
</file>