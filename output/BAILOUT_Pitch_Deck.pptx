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44f1f26ab4847bb" /><Relationship Type="http://schemas.openxmlformats.org/officeDocument/2006/relationships/extended-properties" Target="/docProps/app.xml" Id="Rd6d5cf7e189a4e1d" /><Relationship Type="http://schemas.openxmlformats.org/officeDocument/2006/relationships/officeDocument" Target="/ppt/presentation.xml" Id="R58aa68d852e24d7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377b0a8148b4ea7"/>
  </p:sldMasterIdLst>
  <p:notesMasterIdLst>
    <p:notesMasterId xmlns:r="http://schemas.openxmlformats.org/officeDocument/2006/relationships" r:id="Rd62582a234c148dd"/>
  </p:notesMasterIdLst>
  <p:sldIdLst>
    <p:sldId xmlns:r="http://schemas.openxmlformats.org/officeDocument/2006/relationships" id="256" r:id="R889cc1e3465844e8"/>
    <p:sldId xmlns:r="http://schemas.openxmlformats.org/officeDocument/2006/relationships" id="257" r:id="R5c4154551e0c4332"/>
    <p:sldId xmlns:r="http://schemas.openxmlformats.org/officeDocument/2006/relationships" id="258" r:id="R75b5d24e8cca4a3c"/>
    <p:sldId xmlns:r="http://schemas.openxmlformats.org/officeDocument/2006/relationships" id="259" r:id="R3ace1e5f4ec74e57"/>
    <p:sldId xmlns:r="http://schemas.openxmlformats.org/officeDocument/2006/relationships" id="260" r:id="Rd7f5f2950ad248ae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ed92543c7b489a" /><Relationship Type="http://schemas.openxmlformats.org/officeDocument/2006/relationships/slideMaster" Target="/ppt/slideMasters/slideMaster1.xml" Id="Rd377b0a8148b4ea7" /><Relationship Type="http://schemas.openxmlformats.org/officeDocument/2006/relationships/notesMaster" Target="/ppt/notesMasters/notesMaster1.xml" Id="Rd62582a234c148dd" /><Relationship Type="http://schemas.openxmlformats.org/officeDocument/2006/relationships/presProps" Target="/ppt/presProps.xml" Id="R82e95990147a4bcb" /><Relationship Type="http://schemas.openxmlformats.org/officeDocument/2006/relationships/tableStyles" Target="/ppt/tableStyles.xml" Id="R0874cbd1ed5f4cbf" /><Relationship Type="http://schemas.openxmlformats.org/officeDocument/2006/relationships/slide" Target="/ppt/slides/slide1.xml" Id="R889cc1e3465844e8" /><Relationship Type="http://schemas.openxmlformats.org/officeDocument/2006/relationships/slide" Target="/ppt/slides/slide2.xml" Id="R5c4154551e0c4332" /><Relationship Type="http://schemas.openxmlformats.org/officeDocument/2006/relationships/slide" Target="/ppt/slides/slide3.xml" Id="R75b5d24e8cca4a3c" /><Relationship Type="http://schemas.openxmlformats.org/officeDocument/2006/relationships/slide" Target="/ppt/slides/slide4.xml" Id="R3ace1e5f4ec74e57" /><Relationship Type="http://schemas.openxmlformats.org/officeDocument/2006/relationships/slide" Target="/ppt/slides/slide5.xml" Id="Rd7f5f2950ad248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860b48222834d2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383930274b24088" /><Relationship Type="http://schemas.openxmlformats.org/officeDocument/2006/relationships/notesMaster" Target="/ppt/notesMasters/notesMaster1.xml" Id="R17fda9cc02d345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4cbdd74787d4d60" /><Relationship Type="http://schemas.openxmlformats.org/officeDocument/2006/relationships/notesMaster" Target="/ppt/notesMasters/notesMaster1.xml" Id="R7513a89ed2e544b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289cfa51d7d4afc" /><Relationship Type="http://schemas.openxmlformats.org/officeDocument/2006/relationships/notesMaster" Target="/ppt/notesMasters/notesMaster1.xml" Id="Rb2ae5eef7c5f484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a1fab704a3f46fb" /><Relationship Type="http://schemas.openxmlformats.org/officeDocument/2006/relationships/notesMaster" Target="/ppt/notesMasters/notesMaster1.xml" Id="Rd7e9ef7281b946d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5f3ff6056f84ca6" /><Relationship Type="http://schemas.openxmlformats.org/officeDocument/2006/relationships/notesMaster" Target="/ppt/notesMasters/notesMaster1.xml" Id="R21e74060c34d4cb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8a25a2de3540b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abfdbcc5bc483b" /><Relationship Type="http://schemas.openxmlformats.org/officeDocument/2006/relationships/slideLayout" Target="/ppt/slideLayouts/slideLayout1.xml" Id="R755d08c71162425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55d08c71162425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4fccbd71b24f4f" /><Relationship Type="http://schemas.openxmlformats.org/officeDocument/2006/relationships/notesSlide" Target="/ppt/notesSlides/notesSlide1.xml" Id="R10a54d88fc58445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bbdab46e724fc6" /><Relationship Type="http://schemas.openxmlformats.org/officeDocument/2006/relationships/notesSlide" Target="/ppt/notesSlides/notesSlide2.xml" Id="Rad27f038cc8646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00a450f89d4f7d" /><Relationship Type="http://schemas.openxmlformats.org/officeDocument/2006/relationships/notesSlide" Target="/ppt/notesSlides/notesSlide3.xml" Id="Rf3abf7f98c5141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86d7fe14bb4f3f" /><Relationship Type="http://schemas.openxmlformats.org/officeDocument/2006/relationships/image" Target="/ppt/media/image.png" Id="Raa3f4963c5f54bfb" /><Relationship Type="http://schemas.openxmlformats.org/officeDocument/2006/relationships/notesSlide" Target="/ppt/notesSlides/notesSlide4.xml" Id="R1cdcb113290b4c0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ad650c4e534bb0" /><Relationship Type="http://schemas.openxmlformats.org/officeDocument/2006/relationships/notesSlide" Target="/ppt/notesSlides/notesSlide5.xml" Id="R28d5cf4928bc4fd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719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D7B9541-5BE5-4F0E-8BBF-2E04A9422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335"/>
          </a:solidFill>
          <a:ln xmlns:a="http://schemas.openxmlformats.org/drawingml/2006/main" w="9525">
            <a:solidFill>
              <a:srgbClr val="0A23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D6BE2A-8C1D-4FF5-8AE3-89C5347A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33375"/>
            <a:ext cx="904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BABY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SHARK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FUND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542D4-9F7F-49A6-99B0-3E17BFB8B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579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56A"/>
                </a:solidFill>
              </a:defRPr>
            </a:pPr>
            <a:r>
              <a:rPr sz="1050" b="0">
                <a:solidFill>
                  <a:srgbClr val="64756A"/>
                </a:solidFill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97FC54-92D5-4747-BA02-BCC8CBA61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64389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D93636"/>
                </a:solidFill>
              </a:defRPr>
            </a:pPr>
            <a:r>
              <a:rPr sz="675" b="0">
                <a:solidFill>
                  <a:srgbClr val="D93636"/>
                </a:solidFill>
              </a:rPr>
              <a:t>Restricted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528752-EA72-4B3B-A4D3-000D1155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FFE7B6-4770-4D2D-AC9A-DCBE44E2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288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F28A"/>
                </a:solidFill>
              </a:defRPr>
            </a:pPr>
            <a:r>
              <a:rPr sz="1275" b="1">
                <a:solidFill>
                  <a:srgbClr val="35F28A"/>
                </a:solidFill>
              </a:rPr>
              <a:t>TEAM EXIT ROW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27D0C6-477E-47AC-A486-7C187AD6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81250"/>
            <a:ext cx="2362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Dum, Duber &amp; Dumber</a:t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Hackathon 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129CA4-D203-4CD0-8DA5-B556498DE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24050"/>
            <a:ext cx="723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F2F6F3"/>
                </a:solidFill>
              </a:defRPr>
            </a:pPr>
            <a:r>
              <a:rPr sz="5850" b="1">
                <a:solidFill>
                  <a:srgbClr val="F2F6F3"/>
                </a:solidFill>
              </a:rPr>
              <a:t>BAILOUT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E0D121-D831-4945-8335-04254481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30956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5F28A"/>
                </a:solidFill>
              </a:defRPr>
            </a:pPr>
            <a:r>
              <a:rPr sz="1500" b="1">
                <a:solidFill>
                  <a:srgbClr val="35F28A"/>
                </a:solidFill>
              </a:rPr>
              <a:t>[ S.M.E.S. 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7C7F78-372B-43EB-980E-04E6DB9A2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62375"/>
            <a:ext cx="6953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FFD13D"/>
                </a:solidFill>
              </a:defRPr>
            </a:pPr>
            <a:r>
              <a:rPr sz="2625" b="1">
                <a:solidFill>
                  <a:srgbClr val="FFD13D"/>
                </a:solidFill>
              </a:rPr>
              <a:t>Finally, the Escape key</a:t>
            </a:r>
          </a:p>
          <a:p xmlns:a="http://schemas.openxmlformats.org/drawingml/2006/main">
            <a:pPr algn="l">
              <a:defRPr sz="2625" b="1">
                <a:solidFill>
                  <a:srgbClr val="FFD13D"/>
                </a:solidFill>
              </a:defRPr>
            </a:pPr>
            <a:r>
              <a:rPr sz="2625" b="1">
                <a:solidFill>
                  <a:srgbClr val="FFD13D"/>
                </a:solidFill>
              </a:rPr>
              <a:t>does what it says.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685908-78CE-43D5-BFE4-70E01EEC5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5219700"/>
            <a:ext cx="590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9AA99F"/>
                </a:solidFill>
              </a:defRPr>
            </a:pPr>
            <a:r>
              <a:rPr sz="1425" b="0">
                <a:solidFill>
                  <a:srgbClr val="9AA99F"/>
                </a:solidFill>
              </a:rPr>
              <a:t>Strategic Meeting Extraction System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BC6194-4018-466E-A323-0E2C85751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429250"/>
            <a:ext cx="2000250" cy="59055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CBB4EE-B679-488E-986B-3692A1C4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5562600"/>
            <a:ext cx="1543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7100B"/>
                </a:solidFill>
              </a:defRPr>
            </a:pPr>
            <a:r>
              <a:rPr sz="1725" b="1">
                <a:solidFill>
                  <a:srgbClr val="07100B"/>
                </a:solidFill>
              </a:rPr>
              <a:t>PRESS  ESC</a:t>
            </a:r>
          </a:p>
        </p:txBody>
      </p:sp>
    </p:spTree>
    <p:extLst>
      <p:ext uri="{BB962C8B-B14F-4D97-AF65-F5344CB8AC3E}">
        <p14:creationId xmlns:p14="http://schemas.microsoft.com/office/powerpoint/2010/main" val="53039153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719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BE6DF6-FD83-402F-8ABA-86E28D863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335"/>
          </a:solidFill>
          <a:ln xmlns:a="http://schemas.openxmlformats.org/drawingml/2006/main" w="9525">
            <a:solidFill>
              <a:srgbClr val="0A23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260AF3-3F44-49EF-92B2-4C2ECC0E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33375"/>
            <a:ext cx="904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BABY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SHARK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FUND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F29A7E-9964-4921-8657-3B3B0B3C1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579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56A"/>
                </a:solidFill>
              </a:defRPr>
            </a:pPr>
            <a:r>
              <a:rPr sz="1050" b="0">
                <a:solidFill>
                  <a:srgbClr val="64756A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407013-E787-4DFE-A1CB-F06050EF9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64389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D93636"/>
                </a:solidFill>
              </a:defRPr>
            </a:pPr>
            <a:r>
              <a:rPr sz="675" b="0">
                <a:solidFill>
                  <a:srgbClr val="D93636"/>
                </a:solidFill>
              </a:rPr>
              <a:t>Restricted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766D3E-4C74-4514-957F-4EE44A29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FA9512-010B-4C7B-A628-A1EAEF88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288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F28A"/>
                </a:solidFill>
              </a:defRPr>
            </a:pPr>
            <a:r>
              <a:rPr sz="1275" b="1">
                <a:solidFill>
                  <a:srgbClr val="35F28A"/>
                </a:solidFill>
              </a:rPr>
              <a:t>THE 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F03ABA-215B-46CD-A744-2F4FD3EE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81250"/>
            <a:ext cx="2362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Leaving honestly creates social friction.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Staying wastes time.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People need a believable exit, fast.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4B39BB-B099-40C7-A503-F1CC467B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771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2F6F3"/>
                </a:solidFill>
              </a:defRPr>
            </a:pPr>
            <a:r>
              <a:rPr sz="3000" b="1">
                <a:solidFill>
                  <a:srgbClr val="F2F6F3"/>
                </a:solidFill>
              </a:rPr>
              <a:t>The agenda ended. The meeting did not.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D26846-2286-4EF5-8671-CFEE5593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09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3636"/>
                </a:solidFill>
              </a:defRPr>
            </a:pPr>
            <a:r>
              <a:rPr sz="1350" b="1">
                <a:solidFill>
                  <a:srgbClr val="D93636"/>
                </a:solidFill>
              </a:rPr>
              <a:t>BAD MEETING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56EB54-66FD-4572-86E5-5504A57E5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533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2F6F3"/>
                </a:solidFill>
              </a:defRPr>
            </a:pPr>
            <a:r>
              <a:rPr sz="2400" b="1">
                <a:solidFill>
                  <a:srgbClr val="F2F6F3"/>
                </a:solidFill>
              </a:rPr>
              <a:t>You know it is over.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2177EF-66FB-413B-AADF-85BF21A94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5334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2F6F3"/>
                </a:solidFill>
              </a:defRPr>
            </a:pPr>
            <a:r>
              <a:rPr sz="2400" b="1">
                <a:solidFill>
                  <a:srgbClr val="F2F6F3"/>
                </a:solidFill>
              </a:rPr>
              <a:t>Everyone else keeps talking.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4DED9E-4DAF-4A46-9524-1C3943F7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676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FFD13D"/>
                </a:solidFill>
              </a:defRPr>
            </a:pPr>
            <a:r>
              <a:rPr sz="2250" b="1">
                <a:solidFill>
                  <a:srgbClr val="FFD13D"/>
                </a:solidFill>
              </a:rPr>
              <a:t>Leaving feels ruder than losing another hour.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466129-AA5A-4AB4-964A-83468753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7067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38"/>
          </a:solidFill>
          <a:ln xmlns:a="http://schemas.openxmlformats.org/drawingml/2006/main" w="9525">
            <a:solidFill>
              <a:srgbClr val="28423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0084629-8A98-4E42-9A15-5FB15E27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7067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35F28A"/>
                </a:solidFill>
              </a:defRPr>
            </a:pPr>
            <a:r>
              <a:rPr sz="1800" b="0">
                <a:solidFill>
                  <a:srgbClr val="35F28A"/>
                </a:solidFill>
              </a:rPr>
              <a:t>The real problem is not the door. It is the excuse.</a:t>
            </a:r>
          </a:p>
        </p:txBody>
      </p:sp>
    </p:spTree>
    <p:extLst>
      <p:ext uri="{BB962C8B-B14F-4D97-AF65-F5344CB8AC3E}">
        <p14:creationId xmlns:p14="http://schemas.microsoft.com/office/powerpoint/2010/main" val="86510703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719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CB91436-7A95-4223-88A2-A4B7EE303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335"/>
          </a:solidFill>
          <a:ln xmlns:a="http://schemas.openxmlformats.org/drawingml/2006/main" w="9525">
            <a:solidFill>
              <a:srgbClr val="0A23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7CE1D4-A09F-4A4E-9AB5-56C5683D6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33375"/>
            <a:ext cx="904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BABY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SHARK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FUND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0718C0-4C36-420E-AE41-042AF9BB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579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56A"/>
                </a:solidFill>
              </a:defRPr>
            </a:pPr>
            <a:r>
              <a:rPr sz="1050" b="0">
                <a:solidFill>
                  <a:srgbClr val="64756A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C7820F-C203-41E8-9D8E-0DE365C90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64389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D93636"/>
                </a:solidFill>
              </a:defRPr>
            </a:pPr>
            <a:r>
              <a:rPr sz="675" b="0">
                <a:solidFill>
                  <a:srgbClr val="D93636"/>
                </a:solidFill>
              </a:rPr>
              <a:t>Restricted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D38141-F5EF-46D7-A4AF-2FD360F00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EFC68C-D6DD-406C-8B0C-1B48E29EC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288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F28A"/>
                </a:solidFill>
              </a:defRPr>
            </a:pPr>
            <a:r>
              <a:rPr sz="1275" b="1">
                <a:solidFill>
                  <a:srgbClr val="35F28A"/>
                </a:solidFill>
              </a:rPr>
              <a:t>THE GAP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278A31-5C55-4DA2-B77E-C792481BB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81250"/>
            <a:ext cx="2362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A ring is easy.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A caller, reason, timing and script that survive follow-up questions are not.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EF5FA4-1103-491F-AB5A-A27A73B40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771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2F6F3"/>
                </a:solidFill>
              </a:defRPr>
            </a:pPr>
            <a:r>
              <a:rPr sz="3000" b="1">
                <a:solidFill>
                  <a:srgbClr val="F2F6F3"/>
                </a:solidFill>
              </a:rPr>
              <a:t>Fake-call apps solve the sound, not the story.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14CDF6-5E25-46CF-9121-80FFFF312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D93636"/>
                </a:solidFill>
              </a:defRPr>
            </a:pPr>
            <a:r>
              <a:rPr sz="1350" b="1">
                <a:solidFill>
                  <a:srgbClr val="D93636"/>
                </a:solidFill>
              </a:rPr>
              <a:t>GENERIC FAKE CALL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949131-D81E-490C-853D-A861641A2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952625"/>
            <a:ext cx="3238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5F28A"/>
                </a:solidFill>
              </a:defRPr>
            </a:pPr>
            <a:r>
              <a:rPr sz="1350" b="1">
                <a:solidFill>
                  <a:srgbClr val="35F28A"/>
                </a:solidFill>
              </a:rPr>
              <a:t>BAILOUT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5B79E5-8BB3-452C-92BA-685A92C28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11A1A"/>
          </a:solidFill>
          <a:ln xmlns:a="http://schemas.openxmlformats.org/drawingml/2006/main" w="9525">
            <a:solidFill>
              <a:srgbClr val="4D2C2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F5AB88-DCE3-4ACF-B74C-7BB55D92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5717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271A"/>
          </a:solidFill>
          <a:ln xmlns:a="http://schemas.openxmlformats.org/drawingml/2006/main" w="9525">
            <a:solidFill>
              <a:srgbClr val="235A3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2D2159-A5A6-40CC-AFE1-ABA9F1D58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705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99F"/>
                </a:solidFill>
              </a:defRPr>
            </a:pPr>
            <a:r>
              <a:rPr sz="1350" b="0">
                <a:solidFill>
                  <a:srgbClr val="9AA99F"/>
                </a:solidFill>
              </a:rPr>
              <a:t>Pick a caller name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A79461-4BA3-413C-9C0B-0CD59A55E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705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3"/>
                </a:solidFill>
              </a:defRPr>
            </a:pPr>
            <a:r>
              <a:rPr sz="1350" b="0">
                <a:solidFill>
                  <a:srgbClr val="F2F6F3"/>
                </a:solidFill>
              </a:rPr>
              <a:t>Select caller + scenario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CE93F4-CBF4-4221-A351-CF2FB3F64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956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11A1A"/>
          </a:solidFill>
          <a:ln xmlns:a="http://schemas.openxmlformats.org/drawingml/2006/main" w="9525">
            <a:solidFill>
              <a:srgbClr val="4D2C2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E5F6F8-4434-45AB-9746-9E5C43945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956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271A"/>
          </a:solidFill>
          <a:ln xmlns:a="http://schemas.openxmlformats.org/drawingml/2006/main" w="9525">
            <a:solidFill>
              <a:srgbClr val="235A3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85B84F-4CEE-4F11-81CD-885EC4A44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4290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99F"/>
                </a:solidFill>
              </a:defRPr>
            </a:pPr>
            <a:r>
              <a:rPr sz="1350" b="0">
                <a:solidFill>
                  <a:srgbClr val="9AA99F"/>
                </a:solidFill>
              </a:rPr>
              <a:t>Make the phone ring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A1143F4-4879-4F57-80EE-9C7579FCF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4290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3"/>
                </a:solidFill>
              </a:defRPr>
            </a:pPr>
            <a:r>
              <a:rPr sz="1350" b="0">
                <a:solidFill>
                  <a:srgbClr val="F2F6F3"/>
                </a:solidFill>
              </a:rPr>
              <a:t>Set a believable delay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1A52AE-CB6C-43AB-A970-CBCF1940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11A1A"/>
          </a:solidFill>
          <a:ln xmlns:a="http://schemas.openxmlformats.org/drawingml/2006/main" w="9525">
            <a:solidFill>
              <a:srgbClr val="4D2C2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9BAC39-3168-479F-9F5A-3E96634F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195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271A"/>
          </a:solidFill>
          <a:ln xmlns:a="http://schemas.openxmlformats.org/drawingml/2006/main" w="9525">
            <a:solidFill>
              <a:srgbClr val="235A3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C8CB5A-0B4C-4AD6-BEBB-964AE090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1529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99F"/>
                </a:solidFill>
              </a:defRPr>
            </a:pPr>
            <a:r>
              <a:rPr sz="1350" b="0">
                <a:solidFill>
                  <a:srgbClr val="9AA99F"/>
                </a:solidFill>
              </a:rPr>
              <a:t>Improvise under pressure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3B2575A-1816-4973-AD9B-9C18C40E0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1529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3"/>
                </a:solidFill>
              </a:defRPr>
            </a:pPr>
            <a:r>
              <a:rPr sz="1350" b="0">
                <a:solidFill>
                  <a:srgbClr val="F2F6F3"/>
                </a:solidFill>
              </a:rPr>
              <a:t>Hear hands-free prompts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637BE3E-3FA2-4CD2-AC2B-C3EF4A5F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434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211A1A"/>
          </a:solidFill>
          <a:ln xmlns:a="http://schemas.openxmlformats.org/drawingml/2006/main" w="9525">
            <a:solidFill>
              <a:srgbClr val="4D2C2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E9E009-C63C-4FDB-843B-18442C1B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743450"/>
            <a:ext cx="3238500" cy="5143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0E271A"/>
          </a:solidFill>
          <a:ln xmlns:a="http://schemas.openxmlformats.org/drawingml/2006/main" w="9525">
            <a:solidFill>
              <a:srgbClr val="235A3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CAD79B6-711A-4C2C-A8B1-ABB37FE3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4876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AA99F"/>
                </a:solidFill>
              </a:defRPr>
            </a:pPr>
            <a:r>
              <a:rPr sz="1350" b="0">
                <a:solidFill>
                  <a:srgbClr val="9AA99F"/>
                </a:solidFill>
              </a:rPr>
              <a:t>Hope nobody asks questions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77B01F-1DCA-44D5-868D-C588AAC2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4876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2F6F3"/>
                </a:solidFill>
              </a:defRPr>
            </a:pPr>
            <a:r>
              <a:rPr sz="1350" b="0">
                <a:solidFill>
                  <a:srgbClr val="F2F6F3"/>
                </a:solidFill>
              </a:rPr>
              <a:t>Check confidence before launch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68650A-B352-48DB-B7B3-F3B2C2BD8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95950"/>
            <a:ext cx="7181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FD13D"/>
                </a:solidFill>
              </a:defRPr>
            </a:pPr>
            <a:r>
              <a:rPr sz="1725" b="1">
                <a:solidFill>
                  <a:srgbClr val="FFD13D"/>
                </a:solidFill>
              </a:rPr>
              <a:t>A fake ring is a feature. A complete extraction protocol is a product.</a:t>
            </a:r>
          </a:p>
        </p:txBody>
      </p:sp>
    </p:spTree>
    <p:extLst>
      <p:ext uri="{BB962C8B-B14F-4D97-AF65-F5344CB8AC3E}">
        <p14:creationId xmlns:p14="http://schemas.microsoft.com/office/powerpoint/2010/main" val="104386051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719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C63E3F2-E9D8-48BC-AE01-5F515383D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335"/>
          </a:solidFill>
          <a:ln xmlns:a="http://schemas.openxmlformats.org/drawingml/2006/main" w="9525">
            <a:solidFill>
              <a:srgbClr val="0A23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3E82BA-93D5-4C5A-93E3-F5A6CBEB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33375"/>
            <a:ext cx="904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BABY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SHARK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FUND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A81AD4-A5AA-45D0-8F37-7A8AFF8CF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579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56A"/>
                </a:solidFill>
              </a:defRPr>
            </a:pPr>
            <a:r>
              <a:rPr sz="1050" b="0">
                <a:solidFill>
                  <a:srgbClr val="64756A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D9E499-3E85-4C9D-B993-C3932C820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64389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D93636"/>
                </a:solidFill>
              </a:defRPr>
            </a:pPr>
            <a:r>
              <a:rPr sz="675" b="0">
                <a:solidFill>
                  <a:srgbClr val="D93636"/>
                </a:solidFill>
              </a:rPr>
              <a:t>Restricted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AB9DEF-A758-408F-9D21-29AD5DA9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0BD5BD-0190-45FB-A55C-D7D78A9E9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288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F28A"/>
                </a:solidFill>
              </a:defRPr>
            </a:pPr>
            <a:r>
              <a:rPr sz="1275" b="1">
                <a:solidFill>
                  <a:srgbClr val="35F28A"/>
                </a:solidFill>
              </a:rPr>
              <a:t>WORKING MVP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581745-710A-4A9C-9A93-902EC98EC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81250"/>
            <a:ext cx="2362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Runs as one HTML file.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No account.</a:t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No install.</a:t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No waiting.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Keyboard, ringtone, vibration and audio coaching all work in-browser.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62DEE9-1870-475C-8CA6-952EF343B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771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2F6F3"/>
                </a:solidFill>
              </a:defRPr>
            </a:pPr>
            <a:r>
              <a:rPr sz="3000" b="1">
                <a:solidFill>
                  <a:srgbClr val="F2F6F3"/>
                </a:solidFill>
              </a:rPr>
              <a:t>Press Esc. BAILOUT handles the rest.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892154-3512-4AE9-BC03-A353EC651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809750"/>
            <a:ext cx="4629150" cy="3276600"/>
          </a:xfrm>
          <a:prstGeom xmlns:a="http://schemas.openxmlformats.org/drawingml/2006/main" prst="roundRect">
            <a:avLst>
              <a:gd name="adj" fmla="val 1744"/>
            </a:avLst>
          </a:prstGeom>
          <a:solidFill xmlns:a="http://schemas.openxmlformats.org/drawingml/2006/main">
            <a:srgbClr val="07100B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3f4963c5f54bfb"/>
          <a:srcRect xmlns:a="http://schemas.openxmlformats.org/drawingml/2006/main" l="5138" t="0" r="5138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8100" y="1895475"/>
            <a:ext cx="4457700" cy="31051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74A297-7086-485D-96A9-17E02C17E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193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F28A"/>
                </a:solidFill>
              </a:defRPr>
            </a:pPr>
            <a:r>
              <a:rPr sz="1650" b="1">
                <a:solidFill>
                  <a:srgbClr val="35F28A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698B7A-7CB1-4750-B286-E0BF8A255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0193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2F6F3"/>
                </a:solidFill>
              </a:defRPr>
            </a:pPr>
            <a:r>
              <a:rPr sz="1725" b="1">
                <a:solidFill>
                  <a:srgbClr val="F2F6F3"/>
                </a:solidFill>
              </a:rPr>
              <a:t>Choose the caller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4D99EF-83F6-48B9-8CB2-71812876E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2476500"/>
            <a:ext cx="19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38"/>
          </a:solidFill>
          <a:ln xmlns:a="http://schemas.openxmlformats.org/drawingml/2006/main" w="9525">
            <a:solidFill>
              <a:srgbClr val="28423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9E9200-B5B7-4528-B961-7E3D864AB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F28A"/>
                </a:solidFill>
              </a:defRPr>
            </a:pPr>
            <a:r>
              <a:rPr sz="1650" b="1">
                <a:solidFill>
                  <a:srgbClr val="35F28A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B9C938-3738-4EC0-9550-CCCE06952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0289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2F6F3"/>
                </a:solidFill>
              </a:defRPr>
            </a:pPr>
            <a:r>
              <a:rPr sz="1725" b="1">
                <a:solidFill>
                  <a:srgbClr val="F2F6F3"/>
                </a:solidFill>
              </a:rPr>
              <a:t>Choose the scenario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2CB4A9-9253-4A66-9F01-8FC3B1FE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" y="3486150"/>
            <a:ext cx="19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38"/>
          </a:solidFill>
          <a:ln xmlns:a="http://schemas.openxmlformats.org/drawingml/2006/main" w="9525">
            <a:solidFill>
              <a:srgbClr val="28423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2740E6-3809-4D29-8611-40278CE16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514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5F28A"/>
                </a:solidFill>
              </a:defRPr>
            </a:pPr>
            <a:r>
              <a:rPr sz="1650" b="1">
                <a:solidFill>
                  <a:srgbClr val="35F28A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E23F214-0DCB-46D4-8257-545EEE27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40386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2F6F3"/>
                </a:solidFill>
              </a:defRPr>
            </a:pPr>
            <a:r>
              <a:rPr sz="1725" b="1">
                <a:solidFill>
                  <a:srgbClr val="F2F6F3"/>
                </a:solidFill>
              </a:rPr>
              <a:t>Arm or press Esc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81253B-7435-453F-8838-807E345C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00675"/>
            <a:ext cx="75723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FFD13D"/>
                </a:solidFill>
              </a:defRPr>
            </a:pPr>
            <a:r>
              <a:rPr sz="1500" b="0">
                <a:solidFill>
                  <a:srgbClr val="FFD13D"/>
                </a:solidFill>
              </a:rPr>
              <a:t>Ringtone + vibration + audio coach + mission log</a:t>
            </a:r>
          </a:p>
        </p:txBody>
      </p:sp>
    </p:spTree>
    <p:extLst>
      <p:ext uri="{BB962C8B-B14F-4D97-AF65-F5344CB8AC3E}">
        <p14:creationId xmlns:p14="http://schemas.microsoft.com/office/powerpoint/2010/main" val="40573367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7191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8C6CE04-B4D3-4309-97AB-F5A160643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0"/>
            <a:ext cx="3333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2335"/>
          </a:solidFill>
          <a:ln xmlns:a="http://schemas.openxmlformats.org/drawingml/2006/main" w="9525">
            <a:solidFill>
              <a:srgbClr val="0A233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7783A4-1D95-4564-A9A5-BFD18DEC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6600" y="333375"/>
            <a:ext cx="904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BABY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SHARK</a:t>
            </a:r>
          </a:p>
          <a:p xmlns:a="http://schemas.openxmlformats.org/drawingml/2006/main">
            <a:pPr algn="r">
              <a:defRPr sz="1350" b="1">
                <a:solidFill>
                  <a:srgbClr val="F2F6F3"/>
                </a:solidFill>
              </a:defRPr>
            </a:pPr>
            <a:r>
              <a:rPr sz="1350" b="1">
                <a:solidFill>
                  <a:srgbClr val="F2F6F3"/>
                </a:solidFill>
              </a:rPr>
              <a:t>FUND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76F714-D09A-42CD-B943-2025E5FE5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257925"/>
            <a:ext cx="457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4756A"/>
                </a:solidFill>
              </a:defRPr>
            </a:pPr>
            <a:r>
              <a:rPr sz="1050" b="0">
                <a:solidFill>
                  <a:srgbClr val="64756A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DADE72-A2DC-4228-A215-61D1F9259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62625" y="6438900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75" b="0">
                <a:solidFill>
                  <a:srgbClr val="D93636"/>
                </a:solidFill>
              </a:defRPr>
            </a:pPr>
            <a:r>
              <a:rPr sz="675" b="0">
                <a:solidFill>
                  <a:srgbClr val="D93636"/>
                </a:solidFill>
              </a:rPr>
              <a:t>Restricted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8ED2F1-1608-49BF-AA9A-F5467DF3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23950"/>
            <a:ext cx="4953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616DFD-32D5-47D4-B17B-0BD448236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28800"/>
            <a:ext cx="2362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35F28A"/>
                </a:solidFill>
              </a:defRPr>
            </a:pPr>
            <a:r>
              <a:rPr sz="1275" b="1">
                <a:solidFill>
                  <a:srgbClr val="35F28A"/>
                </a:solidFill>
              </a:rPr>
              <a:t>THE IMPACT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EFBB8-E98F-4519-AF4B-936F2B957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381250"/>
            <a:ext cx="236220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Useful enough to download.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Ridiculous enough to share.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275" b="0">
                <a:solidFill>
                  <a:srgbClr val="F2F6F3"/>
                </a:solidFill>
              </a:defRPr>
            </a:pPr>
            <a:r>
              <a:rPr sz="1275" b="0">
                <a:solidFill>
                  <a:srgbClr val="F2F6F3"/>
                </a:solidFill>
              </a:rPr>
              <a:t>Simple enough to demo live.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2E6E25-D947-4C9C-A270-9F44F8950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8150"/>
            <a:ext cx="771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2F6F3"/>
                </a:solidFill>
              </a:defRPr>
            </a:pPr>
            <a:r>
              <a:rPr sz="3000" b="1">
                <a:solidFill>
                  <a:srgbClr val="F2F6F3"/>
                </a:solidFill>
              </a:rPr>
              <a:t>One key returns your 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7B3B97-F524-4C2D-8D4F-73AAFFA03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35F28A"/>
                </a:solidFill>
              </a:defRPr>
            </a:pPr>
            <a:r>
              <a:rPr sz="4050" b="1">
                <a:solidFill>
                  <a:srgbClr val="35F28A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8F3B5D-8653-47A6-8580-AA9F1DE1A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99F"/>
                </a:solidFill>
              </a:defRPr>
            </a:pPr>
            <a:r>
              <a:rPr sz="1200" b="0">
                <a:solidFill>
                  <a:srgbClr val="9AA99F"/>
                </a:solidFill>
              </a:rPr>
              <a:t>KEYPRESS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1E176B-3F6F-47BA-B046-80CBB6115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17170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FD13D"/>
                </a:solidFill>
              </a:defRPr>
            </a:pPr>
            <a:r>
              <a:rPr sz="4050" b="1">
                <a:solidFill>
                  <a:srgbClr val="FFD13D"/>
                </a:solidFill>
              </a:rPr>
              <a:t>95.2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1149F4-C020-4DDB-80C6-8B083E42A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1825" y="28956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99F"/>
                </a:solidFill>
              </a:defRPr>
            </a:pPr>
            <a:r>
              <a:rPr sz="1200" b="0">
                <a:solidFill>
                  <a:srgbClr val="9AA99F"/>
                </a:solidFill>
              </a:rPr>
              <a:t>B.S. SCORE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5D8810-49A0-4391-BB95-5EB67712A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171700"/>
            <a:ext cx="2190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F2F6F3"/>
                </a:solidFill>
              </a:defRPr>
            </a:pPr>
            <a:r>
              <a:rPr sz="4050" b="1">
                <a:solidFill>
                  <a:srgbClr val="F2F6F3"/>
                </a:solidFill>
              </a:rPr>
              <a:t>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4BE4ED-8B2A-4C6E-81A7-B3145728E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28956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9AA99F"/>
                </a:solidFill>
              </a:defRPr>
            </a:pPr>
            <a:r>
              <a:rPr sz="1200" b="0">
                <a:solidFill>
                  <a:srgbClr val="9AA99F"/>
                </a:solidFill>
              </a:rPr>
              <a:t>AWKWARD EXPLANATIONS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B533FC-7B2A-4198-9B26-92C8AE494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7181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4238"/>
          </a:solidFill>
          <a:ln xmlns:a="http://schemas.openxmlformats.org/drawingml/2006/main" w="9525">
            <a:solidFill>
              <a:srgbClr val="28423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4EB85-7A60-4903-9862-706B4378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14800"/>
            <a:ext cx="7239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2F6F3"/>
                </a:solidFill>
              </a:defRPr>
            </a:pPr>
            <a:r>
              <a:rPr sz="2025" b="1">
                <a:solidFill>
                  <a:srgbClr val="F2F6F3"/>
                </a:solidFill>
              </a:rPr>
              <a:t>For students, workers, and anyone trapped in a meeting that should have been an email.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8F77C52-63F0-4789-8289-BE7889929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7181850" cy="62865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35F28A"/>
          </a:solidFill>
          <a:ln xmlns:a="http://schemas.openxmlformats.org/drawingml/2006/main" w="9525">
            <a:solidFill>
              <a:srgbClr val="35F28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C6146CE-9DF9-464C-A839-69F9F66D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495925"/>
            <a:ext cx="676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100B"/>
                </a:solidFill>
              </a:defRPr>
            </a:pPr>
            <a:r>
              <a:rPr sz="1650" b="1">
                <a:solidFill>
                  <a:srgbClr val="07100B"/>
                </a:solidFill>
              </a:rPr>
              <a:t>BAILOUT  /  FINALLY, THE ESCAPE KEY WORKS</a:t>
            </a:r>
          </a:p>
        </p:txBody>
      </p:sp>
    </p:spTree>
    <p:extLst>
      <p:ext uri="{BB962C8B-B14F-4D97-AF65-F5344CB8AC3E}">
        <p14:creationId xmlns:p14="http://schemas.microsoft.com/office/powerpoint/2010/main" val="167249882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2026-07-12T08:13:11.2810000Z</dcterms:created>
  <dcterms:modified xsi:type="dcterms:W3CDTF">2026-07-12T08:13:11.2820000Z</dcterms:modified>
</coreProperties>
</file>