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10faa4c79ce4552" /><Relationship Type="http://schemas.openxmlformats.org/officeDocument/2006/relationships/extended-properties" Target="/docProps/app.xml" Id="R238074ce6dcf4ae5" /><Relationship Type="http://schemas.openxmlformats.org/officeDocument/2006/relationships/officeDocument" Target="/ppt/presentation.xml" Id="R5ad9ddb6b902449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744744016d54f7f"/>
  </p:sldMasterIdLst>
  <p:notesMasterIdLst>
    <p:notesMasterId xmlns:r="http://schemas.openxmlformats.org/officeDocument/2006/relationships" r:id="R4b2ecaba0f614689"/>
  </p:notesMasterIdLst>
  <p:sldIdLst>
    <p:sldId xmlns:r="http://schemas.openxmlformats.org/officeDocument/2006/relationships" id="256" r:id="R97889e865f664eca"/>
    <p:sldId xmlns:r="http://schemas.openxmlformats.org/officeDocument/2006/relationships" id="257" r:id="R98e00938bd974867"/>
    <p:sldId xmlns:r="http://schemas.openxmlformats.org/officeDocument/2006/relationships" id="258" r:id="Rc317de037b6a40b0"/>
    <p:sldId xmlns:r="http://schemas.openxmlformats.org/officeDocument/2006/relationships" id="259" r:id="R4a997f9ab7ff4003"/>
    <p:sldId xmlns:r="http://schemas.openxmlformats.org/officeDocument/2006/relationships" id="260" r:id="Re00275004046463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4e25892ff7848d1" /><Relationship Type="http://schemas.openxmlformats.org/officeDocument/2006/relationships/slideMaster" Target="/ppt/slideMasters/slideMaster1.xml" Id="R0744744016d54f7f" /><Relationship Type="http://schemas.openxmlformats.org/officeDocument/2006/relationships/notesMaster" Target="/ppt/notesMasters/notesMaster1.xml" Id="R4b2ecaba0f614689" /><Relationship Type="http://schemas.openxmlformats.org/officeDocument/2006/relationships/presProps" Target="/ppt/presProps.xml" Id="Rc3081ffd92914bf9" /><Relationship Type="http://schemas.openxmlformats.org/officeDocument/2006/relationships/tableStyles" Target="/ppt/tableStyles.xml" Id="R47ac5fa8e2674908" /><Relationship Type="http://schemas.openxmlformats.org/officeDocument/2006/relationships/slide" Target="/ppt/slides/slide1.xml" Id="R97889e865f664eca" /><Relationship Type="http://schemas.openxmlformats.org/officeDocument/2006/relationships/slide" Target="/ppt/slides/slide2.xml" Id="R98e00938bd974867" /><Relationship Type="http://schemas.openxmlformats.org/officeDocument/2006/relationships/slide" Target="/ppt/slides/slide3.xml" Id="Rc317de037b6a40b0" /><Relationship Type="http://schemas.openxmlformats.org/officeDocument/2006/relationships/slide" Target="/ppt/slides/slide4.xml" Id="R4a997f9ab7ff4003" /><Relationship Type="http://schemas.openxmlformats.org/officeDocument/2006/relationships/slide" Target="/ppt/slides/slide5.xml" Id="Re00275004046463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8176f1b1207406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7aba3f6863344e8" /><Relationship Type="http://schemas.openxmlformats.org/officeDocument/2006/relationships/notesMaster" Target="/ppt/notesMasters/notesMaster1.xml" Id="Rac7a70e9466e41b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093ea5293904c8f" /><Relationship Type="http://schemas.openxmlformats.org/officeDocument/2006/relationships/notesMaster" Target="/ppt/notesMasters/notesMaster1.xml" Id="Ra68fde6b9c734b4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1ef078dd5274e9f" /><Relationship Type="http://schemas.openxmlformats.org/officeDocument/2006/relationships/notesMaster" Target="/ppt/notesMasters/notesMaster1.xml" Id="Rc054927aba4b410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9a3e5db97d14adf" /><Relationship Type="http://schemas.openxmlformats.org/officeDocument/2006/relationships/notesMaster" Target="/ppt/notesMasters/notesMaster1.xml" Id="R359347ec09b9428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c7fd3d1c2d2438c" /><Relationship Type="http://schemas.openxmlformats.org/officeDocument/2006/relationships/notesMaster" Target="/ppt/notesMasters/notesMaster1.xml" Id="R7945e8e4cf45414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ed538d9318446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b1db63af2d84a94" /><Relationship Type="http://schemas.openxmlformats.org/officeDocument/2006/relationships/slideLayout" Target="/ppt/slideLayouts/slideLayout1.xml" Id="R3c47ea44e768454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c47ea44e768454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7177b996714afa" /><Relationship Type="http://schemas.openxmlformats.org/officeDocument/2006/relationships/notesSlide" Target="/ppt/notesSlides/notesSlide1.xml" Id="R678f8ee4ae5848f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d8693f0b6a4dfd" /><Relationship Type="http://schemas.openxmlformats.org/officeDocument/2006/relationships/notesSlide" Target="/ppt/notesSlides/notesSlide2.xml" Id="Rf009f540d9d7480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b20ee8993643d4" /><Relationship Type="http://schemas.openxmlformats.org/officeDocument/2006/relationships/notesSlide" Target="/ppt/notesSlides/notesSlide3.xml" Id="Ra9cbfba42b29496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e150f84b4a4df1" /><Relationship Type="http://schemas.openxmlformats.org/officeDocument/2006/relationships/image" Target="/ppt/media/image.png" Id="Rf226755af4dd43ab" /><Relationship Type="http://schemas.openxmlformats.org/officeDocument/2006/relationships/notesSlide" Target="/ppt/notesSlides/notesSlide4.xml" Id="Rd37a4cd8804b45a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93f030e1624654" /><Relationship Type="http://schemas.openxmlformats.org/officeDocument/2006/relationships/notesSlide" Target="/ppt/notesSlides/notesSlide5.xml" Id="R9a6679a66ab7478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19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C6D2244-10A8-4142-AC49-3719B1376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0"/>
            <a:ext cx="3333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335"/>
          </a:solidFill>
          <a:ln xmlns:a="http://schemas.openxmlformats.org/drawingml/2006/main" w="9525">
            <a:solidFill>
              <a:srgbClr val="0A233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DE0B7F-9220-4B3D-AD42-AAD391A82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333375"/>
            <a:ext cx="904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F2F6F3"/>
                </a:solidFill>
              </a:defRPr>
            </a:pPr>
            <a:r>
              <a:rPr sz="1350" b="1">
                <a:solidFill>
                  <a:srgbClr val="F2F6F3"/>
                </a:solidFill>
              </a:rPr>
              <a:t>BABY</a:t>
            </a:r>
          </a:p>
          <a:p xmlns:a="http://schemas.openxmlformats.org/drawingml/2006/main">
            <a:pPr algn="r">
              <a:defRPr sz="1350" b="1">
                <a:solidFill>
                  <a:srgbClr val="F2F6F3"/>
                </a:solidFill>
              </a:defRPr>
            </a:pPr>
            <a:r>
              <a:rPr sz="1350" b="1">
                <a:solidFill>
                  <a:srgbClr val="F2F6F3"/>
                </a:solidFill>
              </a:rPr>
              <a:t>SHARK</a:t>
            </a:r>
          </a:p>
          <a:p xmlns:a="http://schemas.openxmlformats.org/drawingml/2006/main">
            <a:pPr algn="r">
              <a:defRPr sz="1350" b="1">
                <a:solidFill>
                  <a:srgbClr val="F2F6F3"/>
                </a:solidFill>
              </a:defRPr>
            </a:pPr>
            <a:r>
              <a:rPr sz="1350" b="1">
                <a:solidFill>
                  <a:srgbClr val="F2F6F3"/>
                </a:solidFill>
              </a:rPr>
              <a:t>FUND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94C206-BA6D-49BD-A7C8-E64D2BAA3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5792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756A"/>
                </a:solidFill>
              </a:defRPr>
            </a:pPr>
            <a:r>
              <a:rPr sz="1050" b="0">
                <a:solidFill>
                  <a:srgbClr val="64756A"/>
                </a:solidFill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0D613E-B335-491A-B6FC-A7773E6A8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6438900"/>
            <a:ext cx="666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D93636"/>
                </a:solidFill>
              </a:defRPr>
            </a:pPr>
            <a:r>
              <a:rPr sz="675" b="0">
                <a:solidFill>
                  <a:srgbClr val="D93636"/>
                </a:solidFill>
              </a:rPr>
              <a:t>Restricted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DCF060-6EC5-49EC-9F69-CB310CD77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23950"/>
            <a:ext cx="495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8A"/>
          </a:solidFill>
          <a:ln xmlns:a="http://schemas.openxmlformats.org/drawingml/2006/main" w="9525">
            <a:solidFill>
              <a:srgbClr val="35F28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6F8A3C-751A-47BD-A5BB-9EC286C70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828800"/>
            <a:ext cx="236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5F28A"/>
                </a:solidFill>
              </a:defRPr>
            </a:pPr>
            <a:r>
              <a:rPr sz="1275" b="1">
                <a:solidFill>
                  <a:srgbClr val="35F28A"/>
                </a:solidFill>
              </a:rPr>
              <a:t>TEAM EXIT ROW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C642ED-B9A3-4A5F-A814-FF6A586BE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381250"/>
            <a:ext cx="23622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2F6F3"/>
                </a:solidFill>
              </a:defRPr>
            </a:pPr>
            <a:r>
              <a:rPr sz="1275" b="0">
                <a:solidFill>
                  <a:srgbClr val="F2F6F3"/>
                </a:solidFill>
              </a:rPr>
              <a:t>Dum, Duber &amp; Dumber</a:t>
            </a:r>
          </a:p>
          <a:p xmlns:a="http://schemas.openxmlformats.org/drawingml/2006/main">
            <a:pPr algn="l">
              <a:defRPr sz="1275" b="0">
                <a:solidFill>
                  <a:srgbClr val="F2F6F3"/>
                </a:solidFill>
              </a:defRPr>
            </a:pPr>
            <a:r>
              <a:rPr sz="1275" b="0">
                <a:solidFill>
                  <a:srgbClr val="F2F6F3"/>
                </a:solidFill>
              </a:rPr>
              <a:t>Hackathon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7A4A99-61C5-4FF5-A923-FEEB50743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24050"/>
            <a:ext cx="7239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850" b="1">
                <a:solidFill>
                  <a:srgbClr val="F2F6F3"/>
                </a:solidFill>
              </a:defRPr>
            </a:pPr>
            <a:r>
              <a:rPr sz="5850" b="1">
                <a:solidFill>
                  <a:srgbClr val="F2F6F3"/>
                </a:solidFill>
              </a:rPr>
              <a:t>BAILOUT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033167-8C87-405A-9A99-30935BFE2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09562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5F28A"/>
                </a:solidFill>
              </a:defRPr>
            </a:pPr>
            <a:r>
              <a:rPr sz="1500" b="1">
                <a:solidFill>
                  <a:srgbClr val="35F28A"/>
                </a:solidFill>
              </a:rPr>
              <a:t>[ S.M.E.S. ]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3B245C-1C49-42AE-B562-550204D1B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62375"/>
            <a:ext cx="6953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FFD13D"/>
                </a:solidFill>
              </a:defRPr>
            </a:pPr>
            <a:r>
              <a:rPr sz="2625" b="1">
                <a:solidFill>
                  <a:srgbClr val="FFD13D"/>
                </a:solidFill>
              </a:rPr>
              <a:t>Finally, the Escape key</a:t>
            </a:r>
          </a:p>
          <a:p xmlns:a="http://schemas.openxmlformats.org/drawingml/2006/main">
            <a:pPr algn="l">
              <a:defRPr sz="2625" b="1">
                <a:solidFill>
                  <a:srgbClr val="FFD13D"/>
                </a:solidFill>
              </a:defRPr>
            </a:pPr>
            <a:r>
              <a:rPr sz="2625" b="1">
                <a:solidFill>
                  <a:srgbClr val="FFD13D"/>
                </a:solidFill>
              </a:rPr>
              <a:t>does what it says.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504369-2D69-4A12-AC84-930679710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219700"/>
            <a:ext cx="590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9AA99F"/>
                </a:solidFill>
              </a:defRPr>
            </a:pPr>
            <a:r>
              <a:rPr sz="1425" b="0">
                <a:solidFill>
                  <a:srgbClr val="9AA99F"/>
                </a:solidFill>
              </a:rPr>
              <a:t>Strategic Meeting Extraction System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A90641-C68E-422C-A447-69C95794D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5429250"/>
            <a:ext cx="200025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35F28A"/>
          </a:solidFill>
          <a:ln xmlns:a="http://schemas.openxmlformats.org/drawingml/2006/main" w="9525">
            <a:solidFill>
              <a:srgbClr val="35F28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BA68C8-F493-4114-BF8D-DE348DD84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562600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7100B"/>
                </a:solidFill>
              </a:defRPr>
            </a:pPr>
            <a:r>
              <a:rPr sz="1725" b="1">
                <a:solidFill>
                  <a:srgbClr val="07100B"/>
                </a:solidFill>
              </a:rPr>
              <a:t>PRESS  ESC</a:t>
            </a:r>
          </a:p>
        </p:txBody>
      </p:sp>
    </p:spTree>
    <p:extLst>
      <p:ext uri="{BB962C8B-B14F-4D97-AF65-F5344CB8AC3E}">
        <p14:creationId xmlns:p14="http://schemas.microsoft.com/office/powerpoint/2010/main" val="151745643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719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2F91A0D-3620-4336-B9A2-644A70F2F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0"/>
            <a:ext cx="3333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335"/>
          </a:solidFill>
          <a:ln xmlns:a="http://schemas.openxmlformats.org/drawingml/2006/main" w="9525">
            <a:solidFill>
              <a:srgbClr val="0A233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CB8237-237C-4578-8E03-861C57F44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333375"/>
            <a:ext cx="904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F2F6F3"/>
                </a:solidFill>
              </a:defRPr>
            </a:pPr>
            <a:r>
              <a:rPr sz="1350" b="1">
                <a:solidFill>
                  <a:srgbClr val="F2F6F3"/>
                </a:solidFill>
              </a:rPr>
              <a:t>BABY</a:t>
            </a:r>
          </a:p>
          <a:p xmlns:a="http://schemas.openxmlformats.org/drawingml/2006/main">
            <a:pPr algn="r">
              <a:defRPr sz="1350" b="1">
                <a:solidFill>
                  <a:srgbClr val="F2F6F3"/>
                </a:solidFill>
              </a:defRPr>
            </a:pPr>
            <a:r>
              <a:rPr sz="1350" b="1">
                <a:solidFill>
                  <a:srgbClr val="F2F6F3"/>
                </a:solidFill>
              </a:rPr>
              <a:t>SHARK</a:t>
            </a:r>
          </a:p>
          <a:p xmlns:a="http://schemas.openxmlformats.org/drawingml/2006/main">
            <a:pPr algn="r">
              <a:defRPr sz="1350" b="1">
                <a:solidFill>
                  <a:srgbClr val="F2F6F3"/>
                </a:solidFill>
              </a:defRPr>
            </a:pPr>
            <a:r>
              <a:rPr sz="1350" b="1">
                <a:solidFill>
                  <a:srgbClr val="F2F6F3"/>
                </a:solidFill>
              </a:rPr>
              <a:t>FUND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76F72A-4796-41BE-B30B-3F7677D7D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5792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756A"/>
                </a:solidFill>
              </a:defRPr>
            </a:pPr>
            <a:r>
              <a:rPr sz="1050" b="0">
                <a:solidFill>
                  <a:srgbClr val="64756A"/>
                </a:solidFill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4791EA-4C42-45EC-88A7-8E77889D0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6438900"/>
            <a:ext cx="666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D93636"/>
                </a:solidFill>
              </a:defRPr>
            </a:pPr>
            <a:r>
              <a:rPr sz="675" b="0">
                <a:solidFill>
                  <a:srgbClr val="D93636"/>
                </a:solidFill>
              </a:rPr>
              <a:t>Restricted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F625A7-C9EC-42AA-889F-CE916ED0D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23950"/>
            <a:ext cx="495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8A"/>
          </a:solidFill>
          <a:ln xmlns:a="http://schemas.openxmlformats.org/drawingml/2006/main" w="9525">
            <a:solidFill>
              <a:srgbClr val="35F28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8D86DC-AFF2-4BF0-B825-C167FAFA5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828800"/>
            <a:ext cx="236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5F28A"/>
                </a:solidFill>
              </a:defRPr>
            </a:pPr>
            <a:r>
              <a:rPr sz="1275" b="1">
                <a:solidFill>
                  <a:srgbClr val="35F28A"/>
                </a:solidFill>
              </a:rPr>
              <a:t>THE PROBLEM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F9C56F-EF0D-4310-B138-C849812E7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381250"/>
            <a:ext cx="23622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2F6F3"/>
                </a:solidFill>
              </a:defRPr>
            </a:pPr>
            <a:r>
              <a:rPr sz="1275" b="0">
                <a:solidFill>
                  <a:srgbClr val="F2F6F3"/>
                </a:solidFill>
              </a:rPr>
              <a:t>Leaving honestly creates social friction.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F2F6F3"/>
                </a:solidFill>
              </a:defRPr>
            </a:pPr>
            <a:r>
              <a:rPr sz="1275" b="0">
                <a:solidFill>
                  <a:srgbClr val="F2F6F3"/>
                </a:solidFill>
              </a:rPr>
              <a:t>Staying wastes time.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F2F6F3"/>
                </a:solidFill>
              </a:defRPr>
            </a:pPr>
            <a:r>
              <a:rPr sz="1275" b="0">
                <a:solidFill>
                  <a:srgbClr val="F2F6F3"/>
                </a:solidFill>
              </a:rPr>
              <a:t>People need a believable exit, fast.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FA3389-C8F5-42B7-9990-E3DE55950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7715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2F6F3"/>
                </a:solidFill>
              </a:defRPr>
            </a:pPr>
            <a:r>
              <a:rPr sz="3000" b="1">
                <a:solidFill>
                  <a:srgbClr val="F2F6F3"/>
                </a:solidFill>
              </a:rPr>
              <a:t>The agenda ended. The meeting did not.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1B3AAD-9D76-4C7C-B104-1E80771CE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3636"/>
                </a:solidFill>
              </a:defRPr>
            </a:pPr>
            <a:r>
              <a:rPr sz="1350" b="1">
                <a:solidFill>
                  <a:srgbClr val="D93636"/>
                </a:solidFill>
              </a:rPr>
              <a:t>BAD MEETING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2397FD-8D4F-485E-93FC-55434BC9D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533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2F6F3"/>
                </a:solidFill>
              </a:defRPr>
            </a:pPr>
            <a:r>
              <a:rPr sz="2400" b="1">
                <a:solidFill>
                  <a:srgbClr val="F2F6F3"/>
                </a:solidFill>
              </a:rPr>
              <a:t>You know it is over.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7B5A5D-BF20-4958-ACFC-EF234ABEE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62325"/>
            <a:ext cx="533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2F6F3"/>
                </a:solidFill>
              </a:defRPr>
            </a:pPr>
            <a:r>
              <a:rPr sz="2400" b="1">
                <a:solidFill>
                  <a:srgbClr val="F2F6F3"/>
                </a:solidFill>
              </a:rPr>
              <a:t>Everyone else keeps talking.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47FC83-8E7D-4AB6-BDF4-F8335C410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D13D"/>
                </a:solidFill>
              </a:defRPr>
            </a:pPr>
            <a:r>
              <a:rPr sz="2250" b="1">
                <a:solidFill>
                  <a:srgbClr val="FFD13D"/>
                </a:solidFill>
              </a:rPr>
              <a:t>Leaving feels ruder than losing another hour.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DA5532-A7E0-4F21-8E4F-8B6B407C8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91125"/>
            <a:ext cx="7067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238"/>
          </a:solidFill>
          <a:ln xmlns:a="http://schemas.openxmlformats.org/drawingml/2006/main" w="9525">
            <a:solidFill>
              <a:srgbClr val="28423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B3ACFC-20B5-4251-A8E3-C825A5F21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76875"/>
            <a:ext cx="7067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35F28A"/>
                </a:solidFill>
              </a:defRPr>
            </a:pPr>
            <a:r>
              <a:rPr sz="1800" b="0">
                <a:solidFill>
                  <a:srgbClr val="35F28A"/>
                </a:solidFill>
              </a:rPr>
              <a:t>The real problem is not the door. It is the excuse.</a:t>
            </a:r>
          </a:p>
        </p:txBody>
      </p:sp>
    </p:spTree>
    <p:extLst>
      <p:ext uri="{BB962C8B-B14F-4D97-AF65-F5344CB8AC3E}">
        <p14:creationId xmlns:p14="http://schemas.microsoft.com/office/powerpoint/2010/main" val="64107185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719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AE27FAF-6448-44F5-A0AE-B16F1D1BC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0"/>
            <a:ext cx="3333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335"/>
          </a:solidFill>
          <a:ln xmlns:a="http://schemas.openxmlformats.org/drawingml/2006/main" w="9525">
            <a:solidFill>
              <a:srgbClr val="0A233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032BD3-1C49-4B9B-A87C-B2A3FF9C0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333375"/>
            <a:ext cx="904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F2F6F3"/>
                </a:solidFill>
              </a:defRPr>
            </a:pPr>
            <a:r>
              <a:rPr sz="1350" b="1">
                <a:solidFill>
                  <a:srgbClr val="F2F6F3"/>
                </a:solidFill>
              </a:rPr>
              <a:t>BABY</a:t>
            </a:r>
          </a:p>
          <a:p xmlns:a="http://schemas.openxmlformats.org/drawingml/2006/main">
            <a:pPr algn="r">
              <a:defRPr sz="1350" b="1">
                <a:solidFill>
                  <a:srgbClr val="F2F6F3"/>
                </a:solidFill>
              </a:defRPr>
            </a:pPr>
            <a:r>
              <a:rPr sz="1350" b="1">
                <a:solidFill>
                  <a:srgbClr val="F2F6F3"/>
                </a:solidFill>
              </a:rPr>
              <a:t>SHARK</a:t>
            </a:r>
          </a:p>
          <a:p xmlns:a="http://schemas.openxmlformats.org/drawingml/2006/main">
            <a:pPr algn="r">
              <a:defRPr sz="1350" b="1">
                <a:solidFill>
                  <a:srgbClr val="F2F6F3"/>
                </a:solidFill>
              </a:defRPr>
            </a:pPr>
            <a:r>
              <a:rPr sz="1350" b="1">
                <a:solidFill>
                  <a:srgbClr val="F2F6F3"/>
                </a:solidFill>
              </a:rPr>
              <a:t>FUND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428348-7018-4284-92A6-755E53F78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5792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756A"/>
                </a:solidFill>
              </a:defRPr>
            </a:pPr>
            <a:r>
              <a:rPr sz="1050" b="0">
                <a:solidFill>
                  <a:srgbClr val="64756A"/>
                </a:solidFill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B74F17-BF37-4CFF-B2A0-EE6099E2F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6438900"/>
            <a:ext cx="666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D93636"/>
                </a:solidFill>
              </a:defRPr>
            </a:pPr>
            <a:r>
              <a:rPr sz="675" b="0">
                <a:solidFill>
                  <a:srgbClr val="D93636"/>
                </a:solidFill>
              </a:rPr>
              <a:t>Restricted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464F41-B78D-4A12-B3B6-B4D72FE35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23950"/>
            <a:ext cx="495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8A"/>
          </a:solidFill>
          <a:ln xmlns:a="http://schemas.openxmlformats.org/drawingml/2006/main" w="9525">
            <a:solidFill>
              <a:srgbClr val="35F28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ED73C5-3680-4268-9572-FA830B407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828800"/>
            <a:ext cx="236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5F28A"/>
                </a:solidFill>
              </a:defRPr>
            </a:pPr>
            <a:r>
              <a:rPr sz="1275" b="1">
                <a:solidFill>
                  <a:srgbClr val="35F28A"/>
                </a:solidFill>
              </a:rPr>
              <a:t>THE GAP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36BA98-E404-4AA7-B50D-3162E025E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381250"/>
            <a:ext cx="23622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2F6F3"/>
                </a:solidFill>
              </a:defRPr>
            </a:pPr>
            <a:r>
              <a:rPr sz="1275" b="0">
                <a:solidFill>
                  <a:srgbClr val="F2F6F3"/>
                </a:solidFill>
              </a:rPr>
              <a:t>A ring is easy.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F2F6F3"/>
                </a:solidFill>
              </a:defRPr>
            </a:pPr>
            <a:r>
              <a:rPr sz="1275" b="0">
                <a:solidFill>
                  <a:srgbClr val="F2F6F3"/>
                </a:solidFill>
              </a:rPr>
              <a:t>A caller, reason, timing and script that survive follow-up questions are not.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7B69F8-8525-4732-A89C-958DD58F7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7715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2F6F3"/>
                </a:solidFill>
              </a:defRPr>
            </a:pPr>
            <a:r>
              <a:rPr sz="3000" b="1">
                <a:solidFill>
                  <a:srgbClr val="F2F6F3"/>
                </a:solidFill>
              </a:rPr>
              <a:t>Fake-call apps solve the sound, not the story.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2EC7EE-A67D-41D0-AFC6-A2AC4E5B7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3636"/>
                </a:solidFill>
              </a:defRPr>
            </a:pPr>
            <a:r>
              <a:rPr sz="1350" b="1">
                <a:solidFill>
                  <a:srgbClr val="D93636"/>
                </a:solidFill>
              </a:rPr>
              <a:t>GENERIC FAKE CALL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F71E81-5878-49C7-924D-CA805BEC7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952625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5F28A"/>
                </a:solidFill>
              </a:defRPr>
            </a:pPr>
            <a:r>
              <a:rPr sz="1350" b="1">
                <a:solidFill>
                  <a:srgbClr val="35F28A"/>
                </a:solidFill>
              </a:rPr>
              <a:t>BAILOUT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B4B6CC-0601-44D6-A6A4-CA2EC7660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32385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211A1A"/>
          </a:solidFill>
          <a:ln xmlns:a="http://schemas.openxmlformats.org/drawingml/2006/main" w="9525">
            <a:solidFill>
              <a:srgbClr val="4D2C2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119059-B2F5-4A9B-99C3-594F6D491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71750"/>
            <a:ext cx="32385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E271A"/>
          </a:solidFill>
          <a:ln xmlns:a="http://schemas.openxmlformats.org/drawingml/2006/main" w="9525">
            <a:solidFill>
              <a:srgbClr val="235A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43E17F-1940-4250-9C69-E30258252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7051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99F"/>
                </a:solidFill>
              </a:defRPr>
            </a:pPr>
            <a:r>
              <a:rPr sz="1350" b="0">
                <a:solidFill>
                  <a:srgbClr val="9AA99F"/>
                </a:solidFill>
              </a:rPr>
              <a:t>Pick a caller name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426742-FE29-4F3C-8096-731662C7E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7051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2F6F3"/>
                </a:solidFill>
              </a:defRPr>
            </a:pPr>
            <a:r>
              <a:rPr sz="1350" b="0">
                <a:solidFill>
                  <a:srgbClr val="F2F6F3"/>
                </a:solidFill>
              </a:rPr>
              <a:t>Select caller + scenario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AF239C-FD3A-4F16-B76B-24E7D323C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5650"/>
            <a:ext cx="32385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211A1A"/>
          </a:solidFill>
          <a:ln xmlns:a="http://schemas.openxmlformats.org/drawingml/2006/main" w="9525">
            <a:solidFill>
              <a:srgbClr val="4D2C2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CAE566-6DBE-47BB-A76A-D54613B0F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295650"/>
            <a:ext cx="32385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E271A"/>
          </a:solidFill>
          <a:ln xmlns:a="http://schemas.openxmlformats.org/drawingml/2006/main" w="9525">
            <a:solidFill>
              <a:srgbClr val="235A3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2D4F08-A12F-4069-9AD8-906F4C492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4290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99F"/>
                </a:solidFill>
              </a:defRPr>
            </a:pPr>
            <a:r>
              <a:rPr sz="1350" b="0">
                <a:solidFill>
                  <a:srgbClr val="9AA99F"/>
                </a:solidFill>
              </a:rPr>
              <a:t>Make the phone ring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50E93F-3701-4356-B9E9-5431665BE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4290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2F6F3"/>
                </a:solidFill>
              </a:defRPr>
            </a:pPr>
            <a:r>
              <a:rPr sz="1350" b="0">
                <a:solidFill>
                  <a:srgbClr val="F2F6F3"/>
                </a:solidFill>
              </a:rPr>
              <a:t>Set a believable delay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0E5185-78B7-42AB-BCEC-219663A40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32385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211A1A"/>
          </a:solidFill>
          <a:ln xmlns:a="http://schemas.openxmlformats.org/drawingml/2006/main" w="9525">
            <a:solidFill>
              <a:srgbClr val="4D2C2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6E63B1-B00B-4D9D-B65F-4DA18CA76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019550"/>
            <a:ext cx="32385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E271A"/>
          </a:solidFill>
          <a:ln xmlns:a="http://schemas.openxmlformats.org/drawingml/2006/main" w="9525">
            <a:solidFill>
              <a:srgbClr val="235A3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6B96A3-62E5-4BAF-813B-06F77C151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1529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99F"/>
                </a:solidFill>
              </a:defRPr>
            </a:pPr>
            <a:r>
              <a:rPr sz="1350" b="0">
                <a:solidFill>
                  <a:srgbClr val="9AA99F"/>
                </a:solidFill>
              </a:rPr>
              <a:t>Improvise under pressure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6FE39B-75D5-47C7-99CB-55D48E43A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1529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2F6F3"/>
                </a:solidFill>
              </a:defRPr>
            </a:pPr>
            <a:r>
              <a:rPr sz="1350" b="0">
                <a:solidFill>
                  <a:srgbClr val="F2F6F3"/>
                </a:solidFill>
              </a:rPr>
              <a:t>Follow live cue cards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7062DB-DDDF-4637-86D2-8D3E33322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43450"/>
            <a:ext cx="32385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211A1A"/>
          </a:solidFill>
          <a:ln xmlns:a="http://schemas.openxmlformats.org/drawingml/2006/main" w="9525">
            <a:solidFill>
              <a:srgbClr val="4D2C2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9ED05A-F951-46A7-A90F-CF9B1023B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43450"/>
            <a:ext cx="32385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E271A"/>
          </a:solidFill>
          <a:ln xmlns:a="http://schemas.openxmlformats.org/drawingml/2006/main" w="9525">
            <a:solidFill>
              <a:srgbClr val="235A3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662CEA-CF80-4DCA-921C-84184496F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8768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99F"/>
                </a:solidFill>
              </a:defRPr>
            </a:pPr>
            <a:r>
              <a:rPr sz="1350" b="0">
                <a:solidFill>
                  <a:srgbClr val="9AA99F"/>
                </a:solidFill>
              </a:rPr>
              <a:t>Hope nobody asks questions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AAF826-A258-4493-80BD-5B0A0C0B1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8768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2F6F3"/>
                </a:solidFill>
              </a:defRPr>
            </a:pPr>
            <a:r>
              <a:rPr sz="1350" b="0">
                <a:solidFill>
                  <a:srgbClr val="F2F6F3"/>
                </a:solidFill>
              </a:rPr>
              <a:t>Check confidence before launch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6F697C-05E3-4C68-A4F3-F325BC4F8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5950"/>
            <a:ext cx="7181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D13D"/>
                </a:solidFill>
              </a:defRPr>
            </a:pPr>
            <a:r>
              <a:rPr sz="1725" b="1">
                <a:solidFill>
                  <a:srgbClr val="FFD13D"/>
                </a:solidFill>
              </a:rPr>
              <a:t>A fake ring is a feature. A complete extraction protocol is a product.</a:t>
            </a:r>
          </a:p>
        </p:txBody>
      </p:sp>
    </p:spTree>
    <p:extLst>
      <p:ext uri="{BB962C8B-B14F-4D97-AF65-F5344CB8AC3E}">
        <p14:creationId xmlns:p14="http://schemas.microsoft.com/office/powerpoint/2010/main" val="111677247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719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841049E-30C0-429B-A089-5E90C81DE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0"/>
            <a:ext cx="3333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335"/>
          </a:solidFill>
          <a:ln xmlns:a="http://schemas.openxmlformats.org/drawingml/2006/main" w="9525">
            <a:solidFill>
              <a:srgbClr val="0A233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BC39E0-105A-4333-AA95-E227FCAF3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333375"/>
            <a:ext cx="904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F2F6F3"/>
                </a:solidFill>
              </a:defRPr>
            </a:pPr>
            <a:r>
              <a:rPr sz="1350" b="1">
                <a:solidFill>
                  <a:srgbClr val="F2F6F3"/>
                </a:solidFill>
              </a:rPr>
              <a:t>BABY</a:t>
            </a:r>
          </a:p>
          <a:p xmlns:a="http://schemas.openxmlformats.org/drawingml/2006/main">
            <a:pPr algn="r">
              <a:defRPr sz="1350" b="1">
                <a:solidFill>
                  <a:srgbClr val="F2F6F3"/>
                </a:solidFill>
              </a:defRPr>
            </a:pPr>
            <a:r>
              <a:rPr sz="1350" b="1">
                <a:solidFill>
                  <a:srgbClr val="F2F6F3"/>
                </a:solidFill>
              </a:rPr>
              <a:t>SHARK</a:t>
            </a:r>
          </a:p>
          <a:p xmlns:a="http://schemas.openxmlformats.org/drawingml/2006/main">
            <a:pPr algn="r">
              <a:defRPr sz="1350" b="1">
                <a:solidFill>
                  <a:srgbClr val="F2F6F3"/>
                </a:solidFill>
              </a:defRPr>
            </a:pPr>
            <a:r>
              <a:rPr sz="1350" b="1">
                <a:solidFill>
                  <a:srgbClr val="F2F6F3"/>
                </a:solidFill>
              </a:rPr>
              <a:t>FUND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DFB589-2825-4C7C-868A-53ABBCFC5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5792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756A"/>
                </a:solidFill>
              </a:defRPr>
            </a:pPr>
            <a:r>
              <a:rPr sz="1050" b="0">
                <a:solidFill>
                  <a:srgbClr val="64756A"/>
                </a:solidFill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7D6E2D-9D8A-4F83-B7C2-771188458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6438900"/>
            <a:ext cx="666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D93636"/>
                </a:solidFill>
              </a:defRPr>
            </a:pPr>
            <a:r>
              <a:rPr sz="675" b="0">
                <a:solidFill>
                  <a:srgbClr val="D93636"/>
                </a:solidFill>
              </a:rPr>
              <a:t>Restricted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018C50-0BBA-4097-8F9F-3E4BDA852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23950"/>
            <a:ext cx="495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8A"/>
          </a:solidFill>
          <a:ln xmlns:a="http://schemas.openxmlformats.org/drawingml/2006/main" w="9525">
            <a:solidFill>
              <a:srgbClr val="35F28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0D37BD-9AF8-4572-B8E9-3F8E11D72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828800"/>
            <a:ext cx="236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5F28A"/>
                </a:solidFill>
              </a:defRPr>
            </a:pPr>
            <a:r>
              <a:rPr sz="1275" b="1">
                <a:solidFill>
                  <a:srgbClr val="35F28A"/>
                </a:solidFill>
              </a:rPr>
              <a:t>WORKING MVP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AC7418-53AB-4B29-A52B-8F5797280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381250"/>
            <a:ext cx="23622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2F6F3"/>
                </a:solidFill>
              </a:defRPr>
            </a:pPr>
            <a:r>
              <a:rPr sz="1275" b="0">
                <a:solidFill>
                  <a:srgbClr val="F2F6F3"/>
                </a:solidFill>
              </a:rPr>
              <a:t>Runs as one HTML file.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F2F6F3"/>
                </a:solidFill>
              </a:defRPr>
            </a:pPr>
            <a:r>
              <a:rPr sz="1275" b="0">
                <a:solidFill>
                  <a:srgbClr val="F2F6F3"/>
                </a:solidFill>
              </a:rPr>
              <a:t>No account.</a:t>
            </a:r>
          </a:p>
          <a:p xmlns:a="http://schemas.openxmlformats.org/drawingml/2006/main">
            <a:pPr algn="l">
              <a:defRPr sz="1275" b="0">
                <a:solidFill>
                  <a:srgbClr val="F2F6F3"/>
                </a:solidFill>
              </a:defRPr>
            </a:pPr>
            <a:r>
              <a:rPr sz="1275" b="0">
                <a:solidFill>
                  <a:srgbClr val="F2F6F3"/>
                </a:solidFill>
              </a:rPr>
              <a:t>No install.</a:t>
            </a:r>
          </a:p>
          <a:p xmlns:a="http://schemas.openxmlformats.org/drawingml/2006/main">
            <a:pPr algn="l">
              <a:defRPr sz="1275" b="0">
                <a:solidFill>
                  <a:srgbClr val="F2F6F3"/>
                </a:solidFill>
              </a:defRPr>
            </a:pPr>
            <a:r>
              <a:rPr sz="1275" b="0">
                <a:solidFill>
                  <a:srgbClr val="F2F6F3"/>
                </a:solidFill>
              </a:rPr>
              <a:t>No waiting.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F2F6F3"/>
                </a:solidFill>
              </a:defRPr>
            </a:pPr>
            <a:r>
              <a:rPr sz="1275" b="0">
                <a:solidFill>
                  <a:srgbClr val="F2F6F3"/>
                </a:solidFill>
              </a:rPr>
              <a:t>Keyboard, ringtone, vibration and cue cards all work in-browser.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09865E-8907-4478-954F-3327E6B81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7715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2F6F3"/>
                </a:solidFill>
              </a:defRPr>
            </a:pPr>
            <a:r>
              <a:rPr sz="3000" b="1">
                <a:solidFill>
                  <a:srgbClr val="F2F6F3"/>
                </a:solidFill>
              </a:rPr>
              <a:t>Press Esc. BAILOUT handles the rest.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F34A6E-5527-4B94-8CF9-6A922809E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1809750"/>
            <a:ext cx="4629150" cy="3276600"/>
          </a:xfrm>
          <a:prstGeom xmlns:a="http://schemas.openxmlformats.org/drawingml/2006/main" prst="roundRect">
            <a:avLst>
              <a:gd name="adj" fmla="val 1744"/>
            </a:avLst>
          </a:prstGeom>
          <a:solidFill xmlns:a="http://schemas.openxmlformats.org/drawingml/2006/main">
            <a:srgbClr val="07100B"/>
          </a:solidFill>
          <a:ln xmlns:a="http://schemas.openxmlformats.org/drawingml/2006/main" w="9525">
            <a:solidFill>
              <a:srgbClr val="35F28A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26755af4dd43ab"/>
          <a:srcRect xmlns:a="http://schemas.openxmlformats.org/drawingml/2006/main" l="5138" t="0" r="513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8100" y="1895475"/>
            <a:ext cx="4457700" cy="31051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2BF650-4069-4C05-8797-248EEDD45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1930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5F28A"/>
                </a:solidFill>
              </a:defRPr>
            </a:pPr>
            <a:r>
              <a:rPr sz="1650" b="1">
                <a:solidFill>
                  <a:srgbClr val="35F28A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4F913F-652C-49E9-B1B0-AEFC88ACB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01930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2F6F3"/>
                </a:solidFill>
              </a:defRPr>
            </a:pPr>
            <a:r>
              <a:rPr sz="1725" b="1">
                <a:solidFill>
                  <a:srgbClr val="F2F6F3"/>
                </a:solidFill>
              </a:rPr>
              <a:t>Choose the caller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A706F4-1C54-457F-919C-4045C364B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2476500"/>
            <a:ext cx="190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238"/>
          </a:solidFill>
          <a:ln xmlns:a="http://schemas.openxmlformats.org/drawingml/2006/main" w="9525">
            <a:solidFill>
              <a:srgbClr val="28423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2E7D2B-7736-4C65-B7BF-14AC23CA7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289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5F28A"/>
                </a:solidFill>
              </a:defRPr>
            </a:pPr>
            <a:r>
              <a:rPr sz="1650" b="1">
                <a:solidFill>
                  <a:srgbClr val="35F28A"/>
                </a:solidFill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ABCEDF-AEAB-47B8-98E4-2C59D3218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0289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2F6F3"/>
                </a:solidFill>
              </a:defRPr>
            </a:pPr>
            <a:r>
              <a:rPr sz="1725" b="1">
                <a:solidFill>
                  <a:srgbClr val="F2F6F3"/>
                </a:solidFill>
              </a:rPr>
              <a:t>Choose the scenario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DA5C32-DAEF-4273-A4AA-D35F04203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3486150"/>
            <a:ext cx="190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238"/>
          </a:solidFill>
          <a:ln xmlns:a="http://schemas.openxmlformats.org/drawingml/2006/main" w="9525">
            <a:solidFill>
              <a:srgbClr val="28423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FF40AD-4401-4752-B7AA-F0E83B3A6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5F28A"/>
                </a:solidFill>
              </a:defRPr>
            </a:pPr>
            <a:r>
              <a:rPr sz="1650" b="1">
                <a:solidFill>
                  <a:srgbClr val="35F28A"/>
                </a:solidFill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9E2421-3B4B-463E-BA70-6969D88C7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403860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2F6F3"/>
                </a:solidFill>
              </a:defRPr>
            </a:pPr>
            <a:r>
              <a:rPr sz="1725" b="1">
                <a:solidFill>
                  <a:srgbClr val="F2F6F3"/>
                </a:solidFill>
              </a:rPr>
              <a:t>Arm or press Esc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F9003A-426C-407C-B556-28F800983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00675"/>
            <a:ext cx="7572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D13D"/>
                </a:solidFill>
              </a:defRPr>
            </a:pPr>
            <a:r>
              <a:rPr sz="1500" b="0">
                <a:solidFill>
                  <a:srgbClr val="FFD13D"/>
                </a:solidFill>
              </a:rPr>
              <a:t>Ringtone + vibration + teleprompter + mission log</a:t>
            </a:r>
          </a:p>
        </p:txBody>
      </p:sp>
    </p:spTree>
    <p:extLst>
      <p:ext uri="{BB962C8B-B14F-4D97-AF65-F5344CB8AC3E}">
        <p14:creationId xmlns:p14="http://schemas.microsoft.com/office/powerpoint/2010/main" val="75389403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719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41D705C-0B6D-4832-B7AA-6998C5210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0"/>
            <a:ext cx="3333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335"/>
          </a:solidFill>
          <a:ln xmlns:a="http://schemas.openxmlformats.org/drawingml/2006/main" w="9525">
            <a:solidFill>
              <a:srgbClr val="0A233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A46F2A-FABC-43AC-9379-D647A31DD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333375"/>
            <a:ext cx="904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F2F6F3"/>
                </a:solidFill>
              </a:defRPr>
            </a:pPr>
            <a:r>
              <a:rPr sz="1350" b="1">
                <a:solidFill>
                  <a:srgbClr val="F2F6F3"/>
                </a:solidFill>
              </a:rPr>
              <a:t>BABY</a:t>
            </a:r>
          </a:p>
          <a:p xmlns:a="http://schemas.openxmlformats.org/drawingml/2006/main">
            <a:pPr algn="r">
              <a:defRPr sz="1350" b="1">
                <a:solidFill>
                  <a:srgbClr val="F2F6F3"/>
                </a:solidFill>
              </a:defRPr>
            </a:pPr>
            <a:r>
              <a:rPr sz="1350" b="1">
                <a:solidFill>
                  <a:srgbClr val="F2F6F3"/>
                </a:solidFill>
              </a:rPr>
              <a:t>SHARK</a:t>
            </a:r>
          </a:p>
          <a:p xmlns:a="http://schemas.openxmlformats.org/drawingml/2006/main">
            <a:pPr algn="r">
              <a:defRPr sz="1350" b="1">
                <a:solidFill>
                  <a:srgbClr val="F2F6F3"/>
                </a:solidFill>
              </a:defRPr>
            </a:pPr>
            <a:r>
              <a:rPr sz="1350" b="1">
                <a:solidFill>
                  <a:srgbClr val="F2F6F3"/>
                </a:solidFill>
              </a:rPr>
              <a:t>FUND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BD5C9B-068C-49AD-86C6-B05B93BC0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5792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756A"/>
                </a:solidFill>
              </a:defRPr>
            </a:pPr>
            <a:r>
              <a:rPr sz="1050" b="0">
                <a:solidFill>
                  <a:srgbClr val="64756A"/>
                </a:solidFill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19F2CC-65D7-4598-9C2F-7DC9DD546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6438900"/>
            <a:ext cx="666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D93636"/>
                </a:solidFill>
              </a:defRPr>
            </a:pPr>
            <a:r>
              <a:rPr sz="675" b="0">
                <a:solidFill>
                  <a:srgbClr val="D93636"/>
                </a:solidFill>
              </a:rPr>
              <a:t>Restricted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CE9968-9AB3-43ED-A92A-65C673394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23950"/>
            <a:ext cx="495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8A"/>
          </a:solidFill>
          <a:ln xmlns:a="http://schemas.openxmlformats.org/drawingml/2006/main" w="9525">
            <a:solidFill>
              <a:srgbClr val="35F28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386646-147A-4E92-A4F1-0B6DBE3F3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828800"/>
            <a:ext cx="236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5F28A"/>
                </a:solidFill>
              </a:defRPr>
            </a:pPr>
            <a:r>
              <a:rPr sz="1275" b="1">
                <a:solidFill>
                  <a:srgbClr val="35F28A"/>
                </a:solidFill>
              </a:rPr>
              <a:t>THE IMPACT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F25825-388C-45B9-BF91-BCAF00347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381250"/>
            <a:ext cx="23622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2F6F3"/>
                </a:solidFill>
              </a:defRPr>
            </a:pPr>
            <a:r>
              <a:rPr sz="1275" b="0">
                <a:solidFill>
                  <a:srgbClr val="F2F6F3"/>
                </a:solidFill>
              </a:rPr>
              <a:t>Useful enough to download.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F2F6F3"/>
                </a:solidFill>
              </a:defRPr>
            </a:pPr>
            <a:r>
              <a:rPr sz="1275" b="0">
                <a:solidFill>
                  <a:srgbClr val="F2F6F3"/>
                </a:solidFill>
              </a:rPr>
              <a:t>Ridiculous enough to share.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F2F6F3"/>
                </a:solidFill>
              </a:defRPr>
            </a:pPr>
            <a:r>
              <a:rPr sz="1275" b="0">
                <a:solidFill>
                  <a:srgbClr val="F2F6F3"/>
                </a:solidFill>
              </a:rPr>
              <a:t>Simple enough to demo live.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4DD32B-C9E6-4907-AE28-AF40D0F0B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7715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2F6F3"/>
                </a:solidFill>
              </a:defRPr>
            </a:pPr>
            <a:r>
              <a:rPr sz="3000" b="1">
                <a:solidFill>
                  <a:srgbClr val="F2F6F3"/>
                </a:solidFill>
              </a:rPr>
              <a:t>One key returns your time.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C696E7-C1D0-435A-BE2B-BE5380038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2190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5F28A"/>
                </a:solidFill>
              </a:defRPr>
            </a:pPr>
            <a:r>
              <a:rPr sz="4050" b="1">
                <a:solidFill>
                  <a:srgbClr val="35F28A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D720F4-74F2-4ACA-AAF5-B3E49FAD5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9560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AA99F"/>
                </a:solidFill>
              </a:defRPr>
            </a:pPr>
            <a:r>
              <a:rPr sz="1200" b="0">
                <a:solidFill>
                  <a:srgbClr val="9AA99F"/>
                </a:solidFill>
              </a:rPr>
              <a:t>KEYPRESS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F094B0-7E7A-42FB-8101-CE1410192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2171700"/>
            <a:ext cx="2190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FD13D"/>
                </a:solidFill>
              </a:defRPr>
            </a:pPr>
            <a:r>
              <a:rPr sz="4050" b="1">
                <a:solidFill>
                  <a:srgbClr val="FFD13D"/>
                </a:solidFill>
              </a:rPr>
              <a:t>95.2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415D4C-9EE0-429D-AB77-5AED479A4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289560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AA99F"/>
                </a:solidFill>
              </a:defRPr>
            </a:pPr>
            <a:r>
              <a:rPr sz="1200" b="0">
                <a:solidFill>
                  <a:srgbClr val="9AA99F"/>
                </a:solidFill>
              </a:rPr>
              <a:t>B.S. SCORE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0F4026-D3C9-4DDE-B5F8-D70DCE7F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2171700"/>
            <a:ext cx="2190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2F6F3"/>
                </a:solidFill>
              </a:defRPr>
            </a:pPr>
            <a:r>
              <a:rPr sz="4050" b="1">
                <a:solidFill>
                  <a:srgbClr val="F2F6F3"/>
                </a:solidFill>
              </a:rPr>
              <a:t>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C9765A-0A25-48DF-B74E-F385A4A07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289560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AA99F"/>
                </a:solidFill>
              </a:defRPr>
            </a:pPr>
            <a:r>
              <a:rPr sz="1200" b="0">
                <a:solidFill>
                  <a:srgbClr val="9AA99F"/>
                </a:solidFill>
              </a:rPr>
              <a:t>AWKWARD EXPLANATIONS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D66D3B-5439-4320-8ADB-1EFAC8AB8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7181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238"/>
          </a:solidFill>
          <a:ln xmlns:a="http://schemas.openxmlformats.org/drawingml/2006/main" w="9525">
            <a:solidFill>
              <a:srgbClr val="28423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CB26DD-B410-4634-98C6-7FA90247D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14800"/>
            <a:ext cx="723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2F6F3"/>
                </a:solidFill>
              </a:defRPr>
            </a:pPr>
            <a:r>
              <a:rPr sz="2025" b="1">
                <a:solidFill>
                  <a:srgbClr val="F2F6F3"/>
                </a:solidFill>
              </a:rPr>
              <a:t>For students, workers, and anyone trapped in a meeting that should have been an email.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D877F4-6E1B-480C-99D3-BBAE499E3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7181850" cy="6286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35F28A"/>
          </a:solidFill>
          <a:ln xmlns:a="http://schemas.openxmlformats.org/drawingml/2006/main" w="9525">
            <a:solidFill>
              <a:srgbClr val="35F28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0CA24A-CA32-4D6F-8A08-96A2D11B2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495925"/>
            <a:ext cx="676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100B"/>
                </a:solidFill>
              </a:defRPr>
            </a:pPr>
            <a:r>
              <a:rPr sz="1650" b="1">
                <a:solidFill>
                  <a:srgbClr val="07100B"/>
                </a:solidFill>
              </a:rPr>
              <a:t>BAILOUT  /  FINALLY, THE ESCAPE KEY WORKS</a:t>
            </a:r>
          </a:p>
        </p:txBody>
      </p:sp>
    </p:spTree>
    <p:extLst>
      <p:ext uri="{BB962C8B-B14F-4D97-AF65-F5344CB8AC3E}">
        <p14:creationId xmlns:p14="http://schemas.microsoft.com/office/powerpoint/2010/main" val="212874268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2026-07-12T07:52:53.7230000Z</dcterms:created>
  <dcterms:modified xsi:type="dcterms:W3CDTF">2026-07-12T07:52:53.7230000Z</dcterms:modified>
</coreProperties>
</file>